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6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0F8B5-9162-CE7D-5FCF-022A859E1BC9}" v="1290" dt="2026-03-17T04:42:50.933"/>
    <p1510:client id="{527D426F-43CC-4B45-B453-F36FE6B7B06A}" v="3970" dt="2026-03-17T07:20:13.262"/>
    <p1510:client id="{60C00459-94D5-7EED-B632-A28EB44FEA11}" v="308" dt="2026-03-17T18:01:05.596"/>
    <p1510:client id="{941768BE-A059-1F10-5352-ECCE367222C0}" v="349" dt="2026-03-17T05:40:39.492"/>
    <p1510:client id="{D22C2021-51A3-5941-CFC8-DFD8A2046514}" v="32" dt="2026-03-16T22:40:40.172"/>
    <p1510:client id="{DC934EA8-5B3D-A4E2-74D2-15FD64FB0F78}" v="560" dt="2026-03-17T18:14:29.1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Salarda" userId="S::ssalarda@uw.edu::2d46105e-bf4b-4d0f-bc70-c1e8a725f692" providerId="AD" clId="Web-{527D426F-43CC-4B45-B453-F36FE6B7B06A}"/>
    <pc:docChg chg="addSld delSld modSld sldOrd">
      <pc:chgData name="Sarah Salarda" userId="S::ssalarda@uw.edu::2d46105e-bf4b-4d0f-bc70-c1e8a725f692" providerId="AD" clId="Web-{527D426F-43CC-4B45-B453-F36FE6B7B06A}" dt="2026-03-17T07:20:13.262" v="2254"/>
      <pc:docMkLst>
        <pc:docMk/>
      </pc:docMkLst>
      <pc:sldChg chg="addSp delSp modSp">
        <pc:chgData name="Sarah Salarda" userId="S::ssalarda@uw.edu::2d46105e-bf4b-4d0f-bc70-c1e8a725f692" providerId="AD" clId="Web-{527D426F-43CC-4B45-B453-F36FE6B7B06A}" dt="2026-03-17T06:23:14.745" v="1079" actId="1076"/>
        <pc:sldMkLst>
          <pc:docMk/>
          <pc:sldMk cId="524533829" sldId="257"/>
        </pc:sldMkLst>
        <pc:spChg chg="mod">
          <ac:chgData name="Sarah Salarda" userId="S::ssalarda@uw.edu::2d46105e-bf4b-4d0f-bc70-c1e8a725f692" providerId="AD" clId="Web-{527D426F-43CC-4B45-B453-F36FE6B7B06A}" dt="2026-03-17T06:16:46.586" v="1051" actId="1076"/>
          <ac:spMkLst>
            <pc:docMk/>
            <pc:sldMk cId="524533829" sldId="257"/>
            <ac:spMk id="3" creationId="{5896CEE5-0138-01FA-18AE-F17B0C446980}"/>
          </ac:spMkLst>
        </pc:spChg>
        <pc:spChg chg="add mod">
          <ac:chgData name="Sarah Salarda" userId="S::ssalarda@uw.edu::2d46105e-bf4b-4d0f-bc70-c1e8a725f692" providerId="AD" clId="Web-{527D426F-43CC-4B45-B453-F36FE6B7B06A}" dt="2026-03-17T06:16:53.414" v="1053" actId="1076"/>
          <ac:spMkLst>
            <pc:docMk/>
            <pc:sldMk cId="524533829" sldId="257"/>
            <ac:spMk id="6" creationId="{BF8CABB0-0FF4-3412-CE11-016A68A71A87}"/>
          </ac:spMkLst>
        </pc:spChg>
        <pc:graphicFrameChg chg="add mod modGraphic">
          <ac:chgData name="Sarah Salarda" userId="S::ssalarda@uw.edu::2d46105e-bf4b-4d0f-bc70-c1e8a725f692" providerId="AD" clId="Web-{527D426F-43CC-4B45-B453-F36FE6B7B06A}" dt="2026-03-17T06:16:50.946" v="1052" actId="1076"/>
          <ac:graphicFrameMkLst>
            <pc:docMk/>
            <pc:sldMk cId="524533829" sldId="257"/>
            <ac:graphicFrameMk id="5" creationId="{B8F9BB19-7358-A8B9-5178-3172ED78E07F}"/>
          </ac:graphicFrameMkLst>
        </pc:graphicFrameChg>
        <pc:picChg chg="add del mod">
          <ac:chgData name="Sarah Salarda" userId="S::ssalarda@uw.edu::2d46105e-bf4b-4d0f-bc70-c1e8a725f692" providerId="AD" clId="Web-{527D426F-43CC-4B45-B453-F36FE6B7B06A}" dt="2026-03-17T06:17:20.321" v="1055"/>
          <ac:picMkLst>
            <pc:docMk/>
            <pc:sldMk cId="524533829" sldId="257"/>
            <ac:picMk id="7" creationId="{F1AF0B7F-9B4B-83E3-359E-EED075BFC9CB}"/>
          </ac:picMkLst>
        </pc:picChg>
        <pc:picChg chg="add del mod">
          <ac:chgData name="Sarah Salarda" userId="S::ssalarda@uw.edu::2d46105e-bf4b-4d0f-bc70-c1e8a725f692" providerId="AD" clId="Web-{527D426F-43CC-4B45-B453-F36FE6B7B06A}" dt="2026-03-17T06:21:45.198" v="1062"/>
          <ac:picMkLst>
            <pc:docMk/>
            <pc:sldMk cId="524533829" sldId="257"/>
            <ac:picMk id="8" creationId="{0E2C153B-C7C0-8424-7EE8-AA3425D8A852}"/>
          </ac:picMkLst>
        </pc:picChg>
        <pc:picChg chg="add del mod">
          <ac:chgData name="Sarah Salarda" userId="S::ssalarda@uw.edu::2d46105e-bf4b-4d0f-bc70-c1e8a725f692" providerId="AD" clId="Web-{527D426F-43CC-4B45-B453-F36FE6B7B06A}" dt="2026-03-17T06:22:34.120" v="1064"/>
          <ac:picMkLst>
            <pc:docMk/>
            <pc:sldMk cId="524533829" sldId="257"/>
            <ac:picMk id="9" creationId="{06A943B4-F6C5-F921-BC05-54894C20A426}"/>
          </ac:picMkLst>
        </pc:picChg>
        <pc:picChg chg="add mod">
          <ac:chgData name="Sarah Salarda" userId="S::ssalarda@uw.edu::2d46105e-bf4b-4d0f-bc70-c1e8a725f692" providerId="AD" clId="Web-{527D426F-43CC-4B45-B453-F36FE6B7B06A}" dt="2026-03-17T06:23:14.745" v="1079" actId="1076"/>
          <ac:picMkLst>
            <pc:docMk/>
            <pc:sldMk cId="524533829" sldId="257"/>
            <ac:picMk id="10" creationId="{B8E5ED7C-47F4-5FAE-8D1D-295FB97D2C51}"/>
          </ac:picMkLst>
        </pc:picChg>
      </pc:sldChg>
      <pc:sldChg chg="addSp modSp">
        <pc:chgData name="Sarah Salarda" userId="S::ssalarda@uw.edu::2d46105e-bf4b-4d0f-bc70-c1e8a725f692" providerId="AD" clId="Web-{527D426F-43CC-4B45-B453-F36FE6B7B06A}" dt="2026-03-17T06:28:29.324" v="1219" actId="1076"/>
        <pc:sldMkLst>
          <pc:docMk/>
          <pc:sldMk cId="434087276" sldId="258"/>
        </pc:sldMkLst>
        <pc:spChg chg="mod">
          <ac:chgData name="Sarah Salarda" userId="S::ssalarda@uw.edu::2d46105e-bf4b-4d0f-bc70-c1e8a725f692" providerId="AD" clId="Web-{527D426F-43CC-4B45-B453-F36FE6B7B06A}" dt="2026-03-17T06:28:05.840" v="1215" actId="14100"/>
          <ac:spMkLst>
            <pc:docMk/>
            <pc:sldMk cId="434087276" sldId="258"/>
            <ac:spMk id="3" creationId="{B726AD74-0CAB-75F0-F7C4-A781853F8F0A}"/>
          </ac:spMkLst>
        </pc:spChg>
        <pc:picChg chg="add mod">
          <ac:chgData name="Sarah Salarda" userId="S::ssalarda@uw.edu::2d46105e-bf4b-4d0f-bc70-c1e8a725f692" providerId="AD" clId="Web-{527D426F-43CC-4B45-B453-F36FE6B7B06A}" dt="2026-03-17T06:28:29.324" v="1219" actId="1076"/>
          <ac:picMkLst>
            <pc:docMk/>
            <pc:sldMk cId="434087276" sldId="258"/>
            <ac:picMk id="4" creationId="{74AD4C0E-57C4-8F34-5AEE-BE792F6AF9DB}"/>
          </ac:picMkLst>
        </pc:picChg>
      </pc:sldChg>
      <pc:sldChg chg="addSp delSp modSp">
        <pc:chgData name="Sarah Salarda" userId="S::ssalarda@uw.edu::2d46105e-bf4b-4d0f-bc70-c1e8a725f692" providerId="AD" clId="Web-{527D426F-43CC-4B45-B453-F36FE6B7B06A}" dt="2026-03-17T06:53:45.995" v="1890" actId="1076"/>
        <pc:sldMkLst>
          <pc:docMk/>
          <pc:sldMk cId="1832331115" sldId="259"/>
        </pc:sldMkLst>
        <pc:spChg chg="mod">
          <ac:chgData name="Sarah Salarda" userId="S::ssalarda@uw.edu::2d46105e-bf4b-4d0f-bc70-c1e8a725f692" providerId="AD" clId="Web-{527D426F-43CC-4B45-B453-F36FE6B7B06A}" dt="2026-03-17T06:28:45.170" v="1236" actId="20577"/>
          <ac:spMkLst>
            <pc:docMk/>
            <pc:sldMk cId="1832331115" sldId="259"/>
            <ac:spMk id="3" creationId="{39189450-B30D-5160-3772-225F135281C6}"/>
          </ac:spMkLst>
        </pc:spChg>
        <pc:spChg chg="add mod">
          <ac:chgData name="Sarah Salarda" userId="S::ssalarda@uw.edu::2d46105e-bf4b-4d0f-bc70-c1e8a725f692" providerId="AD" clId="Web-{527D426F-43CC-4B45-B453-F36FE6B7B06A}" dt="2026-03-17T06:53:38.479" v="1886" actId="1076"/>
          <ac:spMkLst>
            <pc:docMk/>
            <pc:sldMk cId="1832331115" sldId="259"/>
            <ac:spMk id="6" creationId="{04DF576E-9961-C043-1977-2F4A4E39B785}"/>
          </ac:spMkLst>
        </pc:spChg>
        <pc:spChg chg="add mod">
          <ac:chgData name="Sarah Salarda" userId="S::ssalarda@uw.edu::2d46105e-bf4b-4d0f-bc70-c1e8a725f692" providerId="AD" clId="Web-{527D426F-43CC-4B45-B453-F36FE6B7B06A}" dt="2026-03-17T06:53:35.620" v="1885" actId="1076"/>
          <ac:spMkLst>
            <pc:docMk/>
            <pc:sldMk cId="1832331115" sldId="259"/>
            <ac:spMk id="7" creationId="{227D8FD6-5163-3248-3582-BE2FA5311043}"/>
          </ac:spMkLst>
        </pc:spChg>
        <pc:spChg chg="add mod">
          <ac:chgData name="Sarah Salarda" userId="S::ssalarda@uw.edu::2d46105e-bf4b-4d0f-bc70-c1e8a725f692" providerId="AD" clId="Web-{527D426F-43CC-4B45-B453-F36FE6B7B06A}" dt="2026-03-17T06:53:45.995" v="1890" actId="1076"/>
          <ac:spMkLst>
            <pc:docMk/>
            <pc:sldMk cId="1832331115" sldId="259"/>
            <ac:spMk id="8" creationId="{0705EA03-F865-F9C0-82BD-52A07EB6B95B}"/>
          </ac:spMkLst>
        </pc:spChg>
        <pc:picChg chg="add del mod">
          <ac:chgData name="Sarah Salarda" userId="S::ssalarda@uw.edu::2d46105e-bf4b-4d0f-bc70-c1e8a725f692" providerId="AD" clId="Web-{527D426F-43CC-4B45-B453-F36FE6B7B06A}" dt="2026-03-17T06:29:21.326" v="1241"/>
          <ac:picMkLst>
            <pc:docMk/>
            <pc:sldMk cId="1832331115" sldId="259"/>
            <ac:picMk id="4" creationId="{A0421683-5D3B-EA28-315A-C76A7674909B}"/>
          </ac:picMkLst>
        </pc:picChg>
        <pc:picChg chg="add mod">
          <ac:chgData name="Sarah Salarda" userId="S::ssalarda@uw.edu::2d46105e-bf4b-4d0f-bc70-c1e8a725f692" providerId="AD" clId="Web-{527D426F-43CC-4B45-B453-F36FE6B7B06A}" dt="2026-03-17T06:43:22.187" v="1503" actId="1076"/>
          <ac:picMkLst>
            <pc:docMk/>
            <pc:sldMk cId="1832331115" sldId="259"/>
            <ac:picMk id="5" creationId="{AC4F27D8-F616-F0FB-8FCF-787E03B32F01}"/>
          </ac:picMkLst>
        </pc:picChg>
      </pc:sldChg>
      <pc:sldChg chg="del ord">
        <pc:chgData name="Sarah Salarda" userId="S::ssalarda@uw.edu::2d46105e-bf4b-4d0f-bc70-c1e8a725f692" providerId="AD" clId="Web-{527D426F-43CC-4B45-B453-F36FE6B7B06A}" dt="2026-03-17T06:16:37.461" v="1050"/>
        <pc:sldMkLst>
          <pc:docMk/>
          <pc:sldMk cId="456729861" sldId="260"/>
        </pc:sldMkLst>
      </pc:sldChg>
      <pc:sldChg chg="modSp">
        <pc:chgData name="Sarah Salarda" userId="S::ssalarda@uw.edu::2d46105e-bf4b-4d0f-bc70-c1e8a725f692" providerId="AD" clId="Web-{527D426F-43CC-4B45-B453-F36FE6B7B06A}" dt="2026-03-17T07:06:37.863" v="2077" actId="20577"/>
        <pc:sldMkLst>
          <pc:docMk/>
          <pc:sldMk cId="3809289990" sldId="261"/>
        </pc:sldMkLst>
        <pc:spChg chg="mod">
          <ac:chgData name="Sarah Salarda" userId="S::ssalarda@uw.edu::2d46105e-bf4b-4d0f-bc70-c1e8a725f692" providerId="AD" clId="Web-{527D426F-43CC-4B45-B453-F36FE6B7B06A}" dt="2026-03-17T05:01:50.039" v="95" actId="14100"/>
          <ac:spMkLst>
            <pc:docMk/>
            <pc:sldMk cId="3809289990" sldId="261"/>
            <ac:spMk id="2" creationId="{3CE956B6-80B1-CA58-A504-E3A36DCAF54C}"/>
          </ac:spMkLst>
        </pc:spChg>
        <pc:spChg chg="mod">
          <ac:chgData name="Sarah Salarda" userId="S::ssalarda@uw.edu::2d46105e-bf4b-4d0f-bc70-c1e8a725f692" providerId="AD" clId="Web-{527D426F-43CC-4B45-B453-F36FE6B7B06A}" dt="2026-03-17T07:06:37.863" v="2077" actId="20577"/>
          <ac:spMkLst>
            <pc:docMk/>
            <pc:sldMk cId="3809289990" sldId="261"/>
            <ac:spMk id="6" creationId="{D5E1C8D8-3957-0700-2DFD-83F21D57328E}"/>
          </ac:spMkLst>
        </pc:spChg>
      </pc:sldChg>
      <pc:sldChg chg="addSp delSp modSp">
        <pc:chgData name="Sarah Salarda" userId="S::ssalarda@uw.edu::2d46105e-bf4b-4d0f-bc70-c1e8a725f692" providerId="AD" clId="Web-{527D426F-43CC-4B45-B453-F36FE6B7B06A}" dt="2026-03-17T07:20:13.262" v="2254"/>
        <pc:sldMkLst>
          <pc:docMk/>
          <pc:sldMk cId="2483978444" sldId="262"/>
        </pc:sldMkLst>
        <pc:spChg chg="mod">
          <ac:chgData name="Sarah Salarda" userId="S::ssalarda@uw.edu::2d46105e-bf4b-4d0f-bc70-c1e8a725f692" providerId="AD" clId="Web-{527D426F-43CC-4B45-B453-F36FE6B7B06A}" dt="2026-03-17T06:33:38.351" v="1249" actId="20577"/>
          <ac:spMkLst>
            <pc:docMk/>
            <pc:sldMk cId="2483978444" sldId="262"/>
            <ac:spMk id="2" creationId="{5D3826D8-2DBF-8FD0-510B-4FB47841FD28}"/>
          </ac:spMkLst>
        </pc:spChg>
        <pc:spChg chg="add del">
          <ac:chgData name="Sarah Salarda" userId="S::ssalarda@uw.edu::2d46105e-bf4b-4d0f-bc70-c1e8a725f692" providerId="AD" clId="Web-{527D426F-43CC-4B45-B453-F36FE6B7B06A}" dt="2026-03-17T05:31:09.344" v="502"/>
          <ac:spMkLst>
            <pc:docMk/>
            <pc:sldMk cId="2483978444" sldId="262"/>
            <ac:spMk id="3" creationId="{B833BB87-BCAF-2243-60F8-FACBF9F955D5}"/>
          </ac:spMkLst>
        </pc:spChg>
        <pc:spChg chg="add mod">
          <ac:chgData name="Sarah Salarda" userId="S::ssalarda@uw.edu::2d46105e-bf4b-4d0f-bc70-c1e8a725f692" providerId="AD" clId="Web-{527D426F-43CC-4B45-B453-F36FE6B7B06A}" dt="2026-03-17T07:13:51.682" v="2219" actId="20577"/>
          <ac:spMkLst>
            <pc:docMk/>
            <pc:sldMk cId="2483978444" sldId="262"/>
            <ac:spMk id="4" creationId="{E2D57301-8C58-E9C5-B6E9-2E41460BC6DB}"/>
          </ac:spMkLst>
        </pc:spChg>
        <pc:spChg chg="add del mod">
          <ac:chgData name="Sarah Salarda" userId="S::ssalarda@uw.edu::2d46105e-bf4b-4d0f-bc70-c1e8a725f692" providerId="AD" clId="Web-{527D426F-43CC-4B45-B453-F36FE6B7B06A}" dt="2026-03-17T06:58:14.731" v="1892"/>
          <ac:spMkLst>
            <pc:docMk/>
            <pc:sldMk cId="2483978444" sldId="262"/>
            <ac:spMk id="6" creationId="{F28768D7-14D9-95D2-B1A4-151893904894}"/>
          </ac:spMkLst>
        </pc:spChg>
        <pc:spChg chg="mod ord">
          <ac:chgData name="Sarah Salarda" userId="S::ssalarda@uw.edu::2d46105e-bf4b-4d0f-bc70-c1e8a725f692" providerId="AD" clId="Web-{527D426F-43CC-4B45-B453-F36FE6B7B06A}" dt="2026-03-17T07:14:05.542" v="2223" actId="1076"/>
          <ac:spMkLst>
            <pc:docMk/>
            <pc:sldMk cId="2483978444" sldId="262"/>
            <ac:spMk id="13" creationId="{3EB00EEC-47A4-C397-85A8-011A3D662655}"/>
          </ac:spMkLst>
        </pc:spChg>
        <pc:picChg chg="add mod ord modCrop">
          <ac:chgData name="Sarah Salarda" userId="S::ssalarda@uw.edu::2d46105e-bf4b-4d0f-bc70-c1e8a725f692" providerId="AD" clId="Web-{527D426F-43CC-4B45-B453-F36FE6B7B06A}" dt="2026-03-17T07:20:13.262" v="2254"/>
          <ac:picMkLst>
            <pc:docMk/>
            <pc:sldMk cId="2483978444" sldId="262"/>
            <ac:picMk id="7" creationId="{480F30FF-BBC5-C128-2A04-985C3BA6FC7A}"/>
          </ac:picMkLst>
        </pc:picChg>
        <pc:picChg chg="del mod">
          <ac:chgData name="Sarah Salarda" userId="S::ssalarda@uw.edu::2d46105e-bf4b-4d0f-bc70-c1e8a725f692" providerId="AD" clId="Web-{527D426F-43CC-4B45-B453-F36FE6B7B06A}" dt="2026-03-17T06:58:13.403" v="1891"/>
          <ac:picMkLst>
            <pc:docMk/>
            <pc:sldMk cId="2483978444" sldId="262"/>
            <ac:picMk id="10" creationId="{373FD075-B2BF-A7F9-D55E-FE947DFE3FEE}"/>
          </ac:picMkLst>
        </pc:picChg>
        <pc:picChg chg="del">
          <ac:chgData name="Sarah Salarda" userId="S::ssalarda@uw.edu::2d46105e-bf4b-4d0f-bc70-c1e8a725f692" providerId="AD" clId="Web-{527D426F-43CC-4B45-B453-F36FE6B7B06A}" dt="2026-03-17T06:37:55.575" v="1479"/>
          <ac:picMkLst>
            <pc:docMk/>
            <pc:sldMk cId="2483978444" sldId="262"/>
            <ac:picMk id="15" creationId="{B02A860E-E538-DFBC-F070-235CC058CBFC}"/>
          </ac:picMkLst>
        </pc:picChg>
        <pc:cxnChg chg="add del">
          <ac:chgData name="Sarah Salarda" userId="S::ssalarda@uw.edu::2d46105e-bf4b-4d0f-bc70-c1e8a725f692" providerId="AD" clId="Web-{527D426F-43CC-4B45-B453-F36FE6B7B06A}" dt="2026-03-17T06:58:35.841" v="1897"/>
          <ac:cxnSpMkLst>
            <pc:docMk/>
            <pc:sldMk cId="2483978444" sldId="262"/>
            <ac:cxnSpMk id="8" creationId="{F1FCD6E8-9476-67AA-FFAD-67944543273E}"/>
          </ac:cxnSpMkLst>
        </pc:cxnChg>
        <pc:cxnChg chg="add mod">
          <ac:chgData name="Sarah Salarda" userId="S::ssalarda@uw.edu::2d46105e-bf4b-4d0f-bc70-c1e8a725f692" providerId="AD" clId="Web-{527D426F-43CC-4B45-B453-F36FE6B7B06A}" dt="2026-03-17T07:13:59.448" v="2221" actId="1076"/>
          <ac:cxnSpMkLst>
            <pc:docMk/>
            <pc:sldMk cId="2483978444" sldId="262"/>
            <ac:cxnSpMk id="9" creationId="{F4F4CB3A-58F4-24DB-8645-3E0281AAFCA6}"/>
          </ac:cxnSpMkLst>
        </pc:cxnChg>
        <pc:cxnChg chg="mod">
          <ac:chgData name="Sarah Salarda" userId="S::ssalarda@uw.edu::2d46105e-bf4b-4d0f-bc70-c1e8a725f692" providerId="AD" clId="Web-{527D426F-43CC-4B45-B453-F36FE6B7B06A}" dt="2026-03-17T06:51:16.227" v="1865" actId="1076"/>
          <ac:cxnSpMkLst>
            <pc:docMk/>
            <pc:sldMk cId="2483978444" sldId="262"/>
            <ac:cxnSpMk id="11" creationId="{CE868501-C2A5-10AB-78F6-7D682593E52E}"/>
          </ac:cxnSpMkLst>
        </pc:cxnChg>
        <pc:cxnChg chg="add mod">
          <ac:chgData name="Sarah Salarda" userId="S::ssalarda@uw.edu::2d46105e-bf4b-4d0f-bc70-c1e8a725f692" providerId="AD" clId="Web-{527D426F-43CC-4B45-B453-F36FE6B7B06A}" dt="2026-03-17T07:14:02.901" v="2222" actId="1076"/>
          <ac:cxnSpMkLst>
            <pc:docMk/>
            <pc:sldMk cId="2483978444" sldId="262"/>
            <ac:cxnSpMk id="12" creationId="{31EF355A-FBEE-C0B4-57B8-AEF216C320C6}"/>
          </ac:cxnSpMkLst>
        </pc:cxnChg>
        <pc:cxnChg chg="add mod">
          <ac:chgData name="Sarah Salarda" userId="S::ssalarda@uw.edu::2d46105e-bf4b-4d0f-bc70-c1e8a725f692" providerId="AD" clId="Web-{527D426F-43CC-4B45-B453-F36FE6B7B06A}" dt="2026-03-17T07:01:17.748" v="1951" actId="14100"/>
          <ac:cxnSpMkLst>
            <pc:docMk/>
            <pc:sldMk cId="2483978444" sldId="262"/>
            <ac:cxnSpMk id="14" creationId="{5DB62202-4F03-9E91-0DA9-37FD6450AA3F}"/>
          </ac:cxnSpMkLst>
        </pc:cxnChg>
      </pc:sldChg>
      <pc:sldChg chg="addSp delSp modSp add replId">
        <pc:chgData name="Sarah Salarda" userId="S::ssalarda@uw.edu::2d46105e-bf4b-4d0f-bc70-c1e8a725f692" providerId="AD" clId="Web-{527D426F-43CC-4B45-B453-F36FE6B7B06A}" dt="2026-03-17T07:18:50.262" v="2250" actId="14100"/>
        <pc:sldMkLst>
          <pc:docMk/>
          <pc:sldMk cId="639602543" sldId="265"/>
        </pc:sldMkLst>
        <pc:spChg chg="mod">
          <ac:chgData name="Sarah Salarda" userId="S::ssalarda@uw.edu::2d46105e-bf4b-4d0f-bc70-c1e8a725f692" providerId="AD" clId="Web-{527D426F-43CC-4B45-B453-F36FE6B7B06A}" dt="2026-03-17T06:37:19.325" v="1464" actId="20577"/>
          <ac:spMkLst>
            <pc:docMk/>
            <pc:sldMk cId="639602543" sldId="265"/>
            <ac:spMk id="2" creationId="{FB3A85EF-53EE-6089-78EE-400BF20A7C0C}"/>
          </ac:spMkLst>
        </pc:spChg>
        <pc:spChg chg="mod">
          <ac:chgData name="Sarah Salarda" userId="S::ssalarda@uw.edu::2d46105e-bf4b-4d0f-bc70-c1e8a725f692" providerId="AD" clId="Web-{527D426F-43CC-4B45-B453-F36FE6B7B06A}" dt="2026-03-17T07:18:50.262" v="2250" actId="14100"/>
          <ac:spMkLst>
            <pc:docMk/>
            <pc:sldMk cId="639602543" sldId="265"/>
            <ac:spMk id="4" creationId="{F5C1586A-F46B-1E30-0784-66E3980B416C}"/>
          </ac:spMkLst>
        </pc:spChg>
        <pc:spChg chg="add del mod">
          <ac:chgData name="Sarah Salarda" userId="S::ssalarda@uw.edu::2d46105e-bf4b-4d0f-bc70-c1e8a725f692" providerId="AD" clId="Web-{527D426F-43CC-4B45-B453-F36FE6B7B06A}" dt="2026-03-17T06:35:45.104" v="1373"/>
          <ac:spMkLst>
            <pc:docMk/>
            <pc:sldMk cId="639602543" sldId="265"/>
            <ac:spMk id="5" creationId="{0E4B37BF-E1E8-2AD1-4C2D-FA270359AE5C}"/>
          </ac:spMkLst>
        </pc:spChg>
        <pc:spChg chg="del">
          <ac:chgData name="Sarah Salarda" userId="S::ssalarda@uw.edu::2d46105e-bf4b-4d0f-bc70-c1e8a725f692" providerId="AD" clId="Web-{527D426F-43CC-4B45-B453-F36FE6B7B06A}" dt="2026-03-17T06:35:34.682" v="1369"/>
          <ac:spMkLst>
            <pc:docMk/>
            <pc:sldMk cId="639602543" sldId="265"/>
            <ac:spMk id="13" creationId="{AC6C2006-F0CB-9435-3226-651E4C1A1731}"/>
          </ac:spMkLst>
        </pc:spChg>
        <pc:picChg chg="add del mod">
          <ac:chgData name="Sarah Salarda" userId="S::ssalarda@uw.edu::2d46105e-bf4b-4d0f-bc70-c1e8a725f692" providerId="AD" clId="Web-{527D426F-43CC-4B45-B453-F36FE6B7B06A}" dt="2026-03-17T07:17:48.481" v="2231"/>
          <ac:picMkLst>
            <pc:docMk/>
            <pc:sldMk cId="639602543" sldId="265"/>
            <ac:picMk id="6" creationId="{B314A081-9C47-C85E-B60D-C0B6BB8FAA7C}"/>
          </ac:picMkLst>
        </pc:picChg>
        <pc:picChg chg="add mod">
          <ac:chgData name="Sarah Salarda" userId="S::ssalarda@uw.edu::2d46105e-bf4b-4d0f-bc70-c1e8a725f692" providerId="AD" clId="Web-{527D426F-43CC-4B45-B453-F36FE6B7B06A}" dt="2026-03-17T07:18:32.981" v="2244" actId="14100"/>
          <ac:picMkLst>
            <pc:docMk/>
            <pc:sldMk cId="639602543" sldId="265"/>
            <ac:picMk id="7" creationId="{75FB1B24-CDAF-C38E-1311-BE44E8013106}"/>
          </ac:picMkLst>
        </pc:picChg>
        <pc:picChg chg="del">
          <ac:chgData name="Sarah Salarda" userId="S::ssalarda@uw.edu::2d46105e-bf4b-4d0f-bc70-c1e8a725f692" providerId="AD" clId="Web-{527D426F-43CC-4B45-B453-F36FE6B7B06A}" dt="2026-03-17T06:35:26.854" v="1366"/>
          <ac:picMkLst>
            <pc:docMk/>
            <pc:sldMk cId="639602543" sldId="265"/>
            <ac:picMk id="10" creationId="{D42F0C73-5370-69C2-2920-93893494C77B}"/>
          </ac:picMkLst>
        </pc:picChg>
        <pc:picChg chg="mod">
          <ac:chgData name="Sarah Salarda" userId="S::ssalarda@uw.edu::2d46105e-bf4b-4d0f-bc70-c1e8a725f692" providerId="AD" clId="Web-{527D426F-43CC-4B45-B453-F36FE6B7B06A}" dt="2026-03-17T07:18:42.965" v="2246" actId="14100"/>
          <ac:picMkLst>
            <pc:docMk/>
            <pc:sldMk cId="639602543" sldId="265"/>
            <ac:picMk id="15" creationId="{11D439A7-89AE-9B86-DE95-1AEE8D3F46D7}"/>
          </ac:picMkLst>
        </pc:picChg>
        <pc:cxnChg chg="del">
          <ac:chgData name="Sarah Salarda" userId="S::ssalarda@uw.edu::2d46105e-bf4b-4d0f-bc70-c1e8a725f692" providerId="AD" clId="Web-{527D426F-43CC-4B45-B453-F36FE6B7B06A}" dt="2026-03-17T06:35:32.182" v="1367"/>
          <ac:cxnSpMkLst>
            <pc:docMk/>
            <pc:sldMk cId="639602543" sldId="265"/>
            <ac:cxnSpMk id="11" creationId="{29989293-9BD2-35BD-B50C-FBC5F4553F63}"/>
          </ac:cxnSpMkLst>
        </pc:cxnChg>
      </pc:sldChg>
    </pc:docChg>
  </pc:docChgLst>
  <pc:docChgLst>
    <pc:chgData name="Maximilian Kobiesa" userId="S::mkobiesa@uw.edu::88ab86ca-9f99-4d8d-b8b6-2fbf00307f45" providerId="AD" clId="Web-{941768BE-A059-1F10-5352-ECCE367222C0}"/>
    <pc:docChg chg="addSld modSld">
      <pc:chgData name="Maximilian Kobiesa" userId="S::mkobiesa@uw.edu::88ab86ca-9f99-4d8d-b8b6-2fbf00307f45" providerId="AD" clId="Web-{941768BE-A059-1F10-5352-ECCE367222C0}" dt="2026-03-17T05:40:39.492" v="345" actId="1076"/>
      <pc:docMkLst>
        <pc:docMk/>
      </pc:docMkLst>
      <pc:sldChg chg="modSp">
        <pc:chgData name="Maximilian Kobiesa" userId="S::mkobiesa@uw.edu::88ab86ca-9f99-4d8d-b8b6-2fbf00307f45" providerId="AD" clId="Web-{941768BE-A059-1F10-5352-ECCE367222C0}" dt="2026-03-17T03:07:53.834" v="57" actId="20577"/>
        <pc:sldMkLst>
          <pc:docMk/>
          <pc:sldMk cId="524533829" sldId="257"/>
        </pc:sldMkLst>
        <pc:spChg chg="mod">
          <ac:chgData name="Maximilian Kobiesa" userId="S::mkobiesa@uw.edu::88ab86ca-9f99-4d8d-b8b6-2fbf00307f45" providerId="AD" clId="Web-{941768BE-A059-1F10-5352-ECCE367222C0}" dt="2026-03-17T03:01:51.644" v="18" actId="20577"/>
          <ac:spMkLst>
            <pc:docMk/>
            <pc:sldMk cId="524533829" sldId="257"/>
            <ac:spMk id="2" creationId="{DACE8CA7-2547-90C9-05AB-BA8DE4A798ED}"/>
          </ac:spMkLst>
        </pc:spChg>
        <pc:spChg chg="mod">
          <ac:chgData name="Maximilian Kobiesa" userId="S::mkobiesa@uw.edu::88ab86ca-9f99-4d8d-b8b6-2fbf00307f45" providerId="AD" clId="Web-{941768BE-A059-1F10-5352-ECCE367222C0}" dt="2026-03-17T03:07:53.834" v="57" actId="20577"/>
          <ac:spMkLst>
            <pc:docMk/>
            <pc:sldMk cId="524533829" sldId="257"/>
            <ac:spMk id="3" creationId="{5896CEE5-0138-01FA-18AE-F17B0C446980}"/>
          </ac:spMkLst>
        </pc:spChg>
      </pc:sldChg>
      <pc:sldChg chg="modSp new">
        <pc:chgData name="Maximilian Kobiesa" userId="S::mkobiesa@uw.edu::88ab86ca-9f99-4d8d-b8b6-2fbf00307f45" providerId="AD" clId="Web-{941768BE-A059-1F10-5352-ECCE367222C0}" dt="2026-03-17T05:21:44.321" v="189" actId="20577"/>
        <pc:sldMkLst>
          <pc:docMk/>
          <pc:sldMk cId="434087276" sldId="258"/>
        </pc:sldMkLst>
        <pc:spChg chg="mod">
          <ac:chgData name="Maximilian Kobiesa" userId="S::mkobiesa@uw.edu::88ab86ca-9f99-4d8d-b8b6-2fbf00307f45" providerId="AD" clId="Web-{941768BE-A059-1F10-5352-ECCE367222C0}" dt="2026-03-17T03:02:14.441" v="35" actId="20577"/>
          <ac:spMkLst>
            <pc:docMk/>
            <pc:sldMk cId="434087276" sldId="258"/>
            <ac:spMk id="2" creationId="{C035E3E0-24C9-FA03-281F-D5386D60687A}"/>
          </ac:spMkLst>
        </pc:spChg>
        <pc:spChg chg="mod">
          <ac:chgData name="Maximilian Kobiesa" userId="S::mkobiesa@uw.edu::88ab86ca-9f99-4d8d-b8b6-2fbf00307f45" providerId="AD" clId="Web-{941768BE-A059-1F10-5352-ECCE367222C0}" dt="2026-03-17T05:21:44.321" v="189" actId="20577"/>
          <ac:spMkLst>
            <pc:docMk/>
            <pc:sldMk cId="434087276" sldId="258"/>
            <ac:spMk id="3" creationId="{B726AD74-0CAB-75F0-F7C4-A781853F8F0A}"/>
          </ac:spMkLst>
        </pc:spChg>
      </pc:sldChg>
      <pc:sldChg chg="modSp new">
        <pc:chgData name="Maximilian Kobiesa" userId="S::mkobiesa@uw.edu::88ab86ca-9f99-4d8d-b8b6-2fbf00307f45" providerId="AD" clId="Web-{941768BE-A059-1F10-5352-ECCE367222C0}" dt="2026-03-17T05:28:10.256" v="334" actId="20577"/>
        <pc:sldMkLst>
          <pc:docMk/>
          <pc:sldMk cId="1832331115" sldId="259"/>
        </pc:sldMkLst>
        <pc:spChg chg="mod">
          <ac:chgData name="Maximilian Kobiesa" userId="S::mkobiesa@uw.edu::88ab86ca-9f99-4d8d-b8b6-2fbf00307f45" providerId="AD" clId="Web-{941768BE-A059-1F10-5352-ECCE367222C0}" dt="2026-03-17T03:02:22.582" v="45" actId="20577"/>
          <ac:spMkLst>
            <pc:docMk/>
            <pc:sldMk cId="1832331115" sldId="259"/>
            <ac:spMk id="2" creationId="{EF915645-DC0C-7D24-0D68-A3EDDACA562B}"/>
          </ac:spMkLst>
        </pc:spChg>
        <pc:spChg chg="mod">
          <ac:chgData name="Maximilian Kobiesa" userId="S::mkobiesa@uw.edu::88ab86ca-9f99-4d8d-b8b6-2fbf00307f45" providerId="AD" clId="Web-{941768BE-A059-1F10-5352-ECCE367222C0}" dt="2026-03-17T05:28:10.256" v="334" actId="20577"/>
          <ac:spMkLst>
            <pc:docMk/>
            <pc:sldMk cId="1832331115" sldId="259"/>
            <ac:spMk id="3" creationId="{39189450-B30D-5160-3772-225F135281C6}"/>
          </ac:spMkLst>
        </pc:spChg>
      </pc:sldChg>
      <pc:sldChg chg="addSp delSp modSp">
        <pc:chgData name="Maximilian Kobiesa" userId="S::mkobiesa@uw.edu::88ab86ca-9f99-4d8d-b8b6-2fbf00307f45" providerId="AD" clId="Web-{941768BE-A059-1F10-5352-ECCE367222C0}" dt="2026-03-17T05:40:39.492" v="345" actId="1076"/>
        <pc:sldMkLst>
          <pc:docMk/>
          <pc:sldMk cId="3888996288" sldId="263"/>
        </pc:sldMkLst>
        <pc:spChg chg="del">
          <ac:chgData name="Maximilian Kobiesa" userId="S::mkobiesa@uw.edu::88ab86ca-9f99-4d8d-b8b6-2fbf00307f45" providerId="AD" clId="Web-{941768BE-A059-1F10-5352-ECCE367222C0}" dt="2026-03-17T05:40:35.054" v="344"/>
          <ac:spMkLst>
            <pc:docMk/>
            <pc:sldMk cId="3888996288" sldId="263"/>
            <ac:spMk id="3" creationId="{9DA56E5A-E4AA-B194-5C38-D4D8BFCD8982}"/>
          </ac:spMkLst>
        </pc:spChg>
        <pc:picChg chg="add mod ord">
          <ac:chgData name="Maximilian Kobiesa" userId="S::mkobiesa@uw.edu::88ab86ca-9f99-4d8d-b8b6-2fbf00307f45" providerId="AD" clId="Web-{941768BE-A059-1F10-5352-ECCE367222C0}" dt="2026-03-17T05:40:39.492" v="345" actId="1076"/>
          <ac:picMkLst>
            <pc:docMk/>
            <pc:sldMk cId="3888996288" sldId="263"/>
            <ac:picMk id="4" creationId="{429B85DF-BC5F-95D4-0A93-3F4F5BC183FE}"/>
          </ac:picMkLst>
        </pc:picChg>
      </pc:sldChg>
      <pc:sldChg chg="addSp modSp">
        <pc:chgData name="Maximilian Kobiesa" userId="S::mkobiesa@uw.edu::88ab86ca-9f99-4d8d-b8b6-2fbf00307f45" providerId="AD" clId="Web-{941768BE-A059-1F10-5352-ECCE367222C0}" dt="2026-03-17T05:34:47.707" v="343" actId="1076"/>
        <pc:sldMkLst>
          <pc:docMk/>
          <pc:sldMk cId="3904593262" sldId="264"/>
        </pc:sldMkLst>
        <pc:spChg chg="mod">
          <ac:chgData name="Maximilian Kobiesa" userId="S::mkobiesa@uw.edu::88ab86ca-9f99-4d8d-b8b6-2fbf00307f45" providerId="AD" clId="Web-{941768BE-A059-1F10-5352-ECCE367222C0}" dt="2026-03-17T05:22:20.151" v="241" actId="20577"/>
          <ac:spMkLst>
            <pc:docMk/>
            <pc:sldMk cId="3904593262" sldId="264"/>
            <ac:spMk id="4" creationId="{05F88F2D-31CE-081A-CF11-15289164F668}"/>
          </ac:spMkLst>
        </pc:spChg>
        <pc:picChg chg="add mod">
          <ac:chgData name="Maximilian Kobiesa" userId="S::mkobiesa@uw.edu::88ab86ca-9f99-4d8d-b8b6-2fbf00307f45" providerId="AD" clId="Web-{941768BE-A059-1F10-5352-ECCE367222C0}" dt="2026-03-17T05:34:47.707" v="343" actId="1076"/>
          <ac:picMkLst>
            <pc:docMk/>
            <pc:sldMk cId="3904593262" sldId="264"/>
            <ac:picMk id="3" creationId="{67DC2017-8267-5A57-6ED6-0E6D154725FC}"/>
          </ac:picMkLst>
        </pc:picChg>
        <pc:picChg chg="add mod">
          <ac:chgData name="Maximilian Kobiesa" userId="S::mkobiesa@uw.edu::88ab86ca-9f99-4d8d-b8b6-2fbf00307f45" providerId="AD" clId="Web-{941768BE-A059-1F10-5352-ECCE367222C0}" dt="2026-03-17T05:34:46.582" v="342" actId="1076"/>
          <ac:picMkLst>
            <pc:docMk/>
            <pc:sldMk cId="3904593262" sldId="264"/>
            <ac:picMk id="5" creationId="{D7BAAAD5-10FD-3DE6-A3F0-C179E1C19ADA}"/>
          </ac:picMkLst>
        </pc:picChg>
      </pc:sldChg>
    </pc:docChg>
  </pc:docChgLst>
  <pc:docChgLst>
    <pc:chgData name="Sarah Salarda" userId="S::ssalarda@uw.edu::2d46105e-bf4b-4d0f-bc70-c1e8a725f692" providerId="AD" clId="Web-{3F90F8B5-9162-CE7D-5FCF-022A859E1BC9}"/>
    <pc:docChg chg="addSld modSld">
      <pc:chgData name="Sarah Salarda" userId="S::ssalarda@uw.edu::2d46105e-bf4b-4d0f-bc70-c1e8a725f692" providerId="AD" clId="Web-{3F90F8B5-9162-CE7D-5FCF-022A859E1BC9}" dt="2026-03-17T04:42:50.902" v="1242" actId="20577"/>
      <pc:docMkLst>
        <pc:docMk/>
      </pc:docMkLst>
      <pc:sldChg chg="modSp">
        <pc:chgData name="Sarah Salarda" userId="S::ssalarda@uw.edu::2d46105e-bf4b-4d0f-bc70-c1e8a725f692" providerId="AD" clId="Web-{3F90F8B5-9162-CE7D-5FCF-022A859E1BC9}" dt="2026-03-17T03:19:10.075" v="0" actId="20577"/>
        <pc:sldMkLst>
          <pc:docMk/>
          <pc:sldMk cId="109857222" sldId="256"/>
        </pc:sldMkLst>
        <pc:spChg chg="mod">
          <ac:chgData name="Sarah Salarda" userId="S::ssalarda@uw.edu::2d46105e-bf4b-4d0f-bc70-c1e8a725f692" providerId="AD" clId="Web-{3F90F8B5-9162-CE7D-5FCF-022A859E1BC9}" dt="2026-03-17T03:19:10.075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Sarah Salarda" userId="S::ssalarda@uw.edu::2d46105e-bf4b-4d0f-bc70-c1e8a725f692" providerId="AD" clId="Web-{3F90F8B5-9162-CE7D-5FCF-022A859E1BC9}" dt="2026-03-17T03:20:05.106" v="104" actId="20577"/>
        <pc:sldMkLst>
          <pc:docMk/>
          <pc:sldMk cId="524533829" sldId="257"/>
        </pc:sldMkLst>
        <pc:spChg chg="mod">
          <ac:chgData name="Sarah Salarda" userId="S::ssalarda@uw.edu::2d46105e-bf4b-4d0f-bc70-c1e8a725f692" providerId="AD" clId="Web-{3F90F8B5-9162-CE7D-5FCF-022A859E1BC9}" dt="2026-03-17T03:20:05.106" v="104" actId="20577"/>
          <ac:spMkLst>
            <pc:docMk/>
            <pc:sldMk cId="524533829" sldId="257"/>
            <ac:spMk id="3" creationId="{5896CEE5-0138-01FA-18AE-F17B0C446980}"/>
          </ac:spMkLst>
        </pc:spChg>
      </pc:sldChg>
      <pc:sldChg chg="modSp">
        <pc:chgData name="Sarah Salarda" userId="S::ssalarda@uw.edu::2d46105e-bf4b-4d0f-bc70-c1e8a725f692" providerId="AD" clId="Web-{3F90F8B5-9162-CE7D-5FCF-022A859E1BC9}" dt="2026-03-17T03:33:11.006" v="958" actId="20577"/>
        <pc:sldMkLst>
          <pc:docMk/>
          <pc:sldMk cId="1832331115" sldId="259"/>
        </pc:sldMkLst>
        <pc:spChg chg="mod">
          <ac:chgData name="Sarah Salarda" userId="S::ssalarda@uw.edu::2d46105e-bf4b-4d0f-bc70-c1e8a725f692" providerId="AD" clId="Web-{3F90F8B5-9162-CE7D-5FCF-022A859E1BC9}" dt="2026-03-17T03:33:11.006" v="958" actId="20577"/>
          <ac:spMkLst>
            <pc:docMk/>
            <pc:sldMk cId="1832331115" sldId="259"/>
            <ac:spMk id="3" creationId="{39189450-B30D-5160-3772-225F135281C6}"/>
          </ac:spMkLst>
        </pc:spChg>
      </pc:sldChg>
      <pc:sldChg chg="addSp delSp modSp new">
        <pc:chgData name="Sarah Salarda" userId="S::ssalarda@uw.edu::2d46105e-bf4b-4d0f-bc70-c1e8a725f692" providerId="AD" clId="Web-{3F90F8B5-9162-CE7D-5FCF-022A859E1BC9}" dt="2026-03-17T03:31:17.503" v="873"/>
        <pc:sldMkLst>
          <pc:docMk/>
          <pc:sldMk cId="456729861" sldId="260"/>
        </pc:sldMkLst>
        <pc:spChg chg="mod">
          <ac:chgData name="Sarah Salarda" userId="S::ssalarda@uw.edu::2d46105e-bf4b-4d0f-bc70-c1e8a725f692" providerId="AD" clId="Web-{3F90F8B5-9162-CE7D-5FCF-022A859E1BC9}" dt="2026-03-17T03:27:26.577" v="869" actId="14100"/>
          <ac:spMkLst>
            <pc:docMk/>
            <pc:sldMk cId="456729861" sldId="260"/>
            <ac:spMk id="2" creationId="{86FFADEA-0E89-146F-85D0-6F391D92A89A}"/>
          </ac:spMkLst>
        </pc:spChg>
        <pc:spChg chg="del">
          <ac:chgData name="Sarah Salarda" userId="S::ssalarda@uw.edu::2d46105e-bf4b-4d0f-bc70-c1e8a725f692" providerId="AD" clId="Web-{3F90F8B5-9162-CE7D-5FCF-022A859E1BC9}" dt="2026-03-17T03:21:21.563" v="126"/>
          <ac:spMkLst>
            <pc:docMk/>
            <pc:sldMk cId="456729861" sldId="260"/>
            <ac:spMk id="3" creationId="{67ECC455-94CC-A7C4-9631-F228D78F7338}"/>
          </ac:spMkLst>
        </pc:spChg>
        <pc:graphicFrameChg chg="add mod ord modGraphic">
          <ac:chgData name="Sarah Salarda" userId="S::ssalarda@uw.edu::2d46105e-bf4b-4d0f-bc70-c1e8a725f692" providerId="AD" clId="Web-{3F90F8B5-9162-CE7D-5FCF-022A859E1BC9}" dt="2026-03-17T03:31:17.503" v="873"/>
          <ac:graphicFrameMkLst>
            <pc:docMk/>
            <pc:sldMk cId="456729861" sldId="260"/>
            <ac:graphicFrameMk id="4" creationId="{E708DB86-7856-0301-C802-A8A4B6462605}"/>
          </ac:graphicFrameMkLst>
        </pc:graphicFrameChg>
      </pc:sldChg>
      <pc:sldChg chg="addSp delSp modSp new">
        <pc:chgData name="Sarah Salarda" userId="S::ssalarda@uw.edu::2d46105e-bf4b-4d0f-bc70-c1e8a725f692" providerId="AD" clId="Web-{3F90F8B5-9162-CE7D-5FCF-022A859E1BC9}" dt="2026-03-17T04:42:50.902" v="1242" actId="20577"/>
        <pc:sldMkLst>
          <pc:docMk/>
          <pc:sldMk cId="3809289990" sldId="261"/>
        </pc:sldMkLst>
        <pc:spChg chg="mod">
          <ac:chgData name="Sarah Salarda" userId="S::ssalarda@uw.edu::2d46105e-bf4b-4d0f-bc70-c1e8a725f692" providerId="AD" clId="Web-{3F90F8B5-9162-CE7D-5FCF-022A859E1BC9}" dt="2026-03-17T03:33:46.444" v="978" actId="20577"/>
          <ac:spMkLst>
            <pc:docMk/>
            <pc:sldMk cId="3809289990" sldId="261"/>
            <ac:spMk id="2" creationId="{3CE956B6-80B1-CA58-A504-E3A36DCAF54C}"/>
          </ac:spMkLst>
        </pc:spChg>
        <pc:spChg chg="del mod">
          <ac:chgData name="Sarah Salarda" userId="S::ssalarda@uw.edu::2d46105e-bf4b-4d0f-bc70-c1e8a725f692" providerId="AD" clId="Web-{3F90F8B5-9162-CE7D-5FCF-022A859E1BC9}" dt="2026-03-17T03:34:38.836" v="980"/>
          <ac:spMkLst>
            <pc:docMk/>
            <pc:sldMk cId="3809289990" sldId="261"/>
            <ac:spMk id="3" creationId="{FE003587-31FC-D43F-54A8-B8CFA10608EB}"/>
          </ac:spMkLst>
        </pc:spChg>
        <pc:spChg chg="add del mod">
          <ac:chgData name="Sarah Salarda" userId="S::ssalarda@uw.edu::2d46105e-bf4b-4d0f-bc70-c1e8a725f692" providerId="AD" clId="Web-{3F90F8B5-9162-CE7D-5FCF-022A859E1BC9}" dt="2026-03-17T04:00:46.119" v="1199"/>
          <ac:spMkLst>
            <pc:docMk/>
            <pc:sldMk cId="3809289990" sldId="261"/>
            <ac:spMk id="5" creationId="{8CD3FE92-181F-D24C-9315-891631645541}"/>
          </ac:spMkLst>
        </pc:spChg>
        <pc:spChg chg="add mod">
          <ac:chgData name="Sarah Salarda" userId="S::ssalarda@uw.edu::2d46105e-bf4b-4d0f-bc70-c1e8a725f692" providerId="AD" clId="Web-{3F90F8B5-9162-CE7D-5FCF-022A859E1BC9}" dt="2026-03-17T04:42:50.902" v="1242" actId="20577"/>
          <ac:spMkLst>
            <pc:docMk/>
            <pc:sldMk cId="3809289990" sldId="261"/>
            <ac:spMk id="6" creationId="{D5E1C8D8-3957-0700-2DFD-83F21D57328E}"/>
          </ac:spMkLst>
        </pc:spChg>
        <pc:picChg chg="add mod ord modCrop">
          <ac:chgData name="Sarah Salarda" userId="S::ssalarda@uw.edu::2d46105e-bf4b-4d0f-bc70-c1e8a725f692" providerId="AD" clId="Web-{3F90F8B5-9162-CE7D-5FCF-022A859E1BC9}" dt="2026-03-17T03:34:54.867" v="984" actId="1076"/>
          <ac:picMkLst>
            <pc:docMk/>
            <pc:sldMk cId="3809289990" sldId="261"/>
            <ac:picMk id="4" creationId="{6DB95AE9-DD16-0284-3CB2-CF99BCFFFF02}"/>
          </ac:picMkLst>
        </pc:picChg>
      </pc:sldChg>
      <pc:sldChg chg="addSp delSp modSp new">
        <pc:chgData name="Sarah Salarda" userId="S::ssalarda@uw.edu::2d46105e-bf4b-4d0f-bc70-c1e8a725f692" providerId="AD" clId="Web-{3F90F8B5-9162-CE7D-5FCF-022A859E1BC9}" dt="2026-03-17T03:59:57.384" v="1185" actId="1076"/>
        <pc:sldMkLst>
          <pc:docMk/>
          <pc:sldMk cId="2483978444" sldId="262"/>
        </pc:sldMkLst>
        <pc:spChg chg="mod">
          <ac:chgData name="Sarah Salarda" userId="S::ssalarda@uw.edu::2d46105e-bf4b-4d0f-bc70-c1e8a725f692" providerId="AD" clId="Web-{3F90F8B5-9162-CE7D-5FCF-022A859E1BC9}" dt="2026-03-17T03:36:02.868" v="1049" actId="20577"/>
          <ac:spMkLst>
            <pc:docMk/>
            <pc:sldMk cId="2483978444" sldId="262"/>
            <ac:spMk id="2" creationId="{5D3826D8-2DBF-8FD0-510B-4FB47841FD28}"/>
          </ac:spMkLst>
        </pc:spChg>
        <pc:spChg chg="del mod">
          <ac:chgData name="Sarah Salarda" userId="S::ssalarda@uw.edu::2d46105e-bf4b-4d0f-bc70-c1e8a725f692" providerId="AD" clId="Web-{3F90F8B5-9162-CE7D-5FCF-022A859E1BC9}" dt="2026-03-17T03:37:59.354" v="1051"/>
          <ac:spMkLst>
            <pc:docMk/>
            <pc:sldMk cId="2483978444" sldId="262"/>
            <ac:spMk id="3" creationId="{C8FFAF31-437B-1B46-899B-FF20677F2CEE}"/>
          </ac:spMkLst>
        </pc:spChg>
        <pc:spChg chg="add del mod">
          <ac:chgData name="Sarah Salarda" userId="S::ssalarda@uw.edu::2d46105e-bf4b-4d0f-bc70-c1e8a725f692" providerId="AD" clId="Web-{3F90F8B5-9162-CE7D-5FCF-022A859E1BC9}" dt="2026-03-17T03:38:24.980" v="1055"/>
          <ac:spMkLst>
            <pc:docMk/>
            <pc:sldMk cId="2483978444" sldId="262"/>
            <ac:spMk id="6" creationId="{EFB8B756-B41E-A33B-3C95-2932F6993D35}"/>
          </ac:spMkLst>
        </pc:spChg>
        <pc:spChg chg="add del mod">
          <ac:chgData name="Sarah Salarda" userId="S::ssalarda@uw.edu::2d46105e-bf4b-4d0f-bc70-c1e8a725f692" providerId="AD" clId="Web-{3F90F8B5-9162-CE7D-5FCF-022A859E1BC9}" dt="2026-03-17T03:38:38.918" v="1058"/>
          <ac:spMkLst>
            <pc:docMk/>
            <pc:sldMk cId="2483978444" sldId="262"/>
            <ac:spMk id="9" creationId="{BBD1FD2F-E118-4BF6-EEE4-D63274D66978}"/>
          </ac:spMkLst>
        </pc:spChg>
        <pc:spChg chg="add del">
          <ac:chgData name="Sarah Salarda" userId="S::ssalarda@uw.edu::2d46105e-bf4b-4d0f-bc70-c1e8a725f692" providerId="AD" clId="Web-{3F90F8B5-9162-CE7D-5FCF-022A859E1BC9}" dt="2026-03-17T03:55:58.630" v="1084"/>
          <ac:spMkLst>
            <pc:docMk/>
            <pc:sldMk cId="2483978444" sldId="262"/>
            <ac:spMk id="12" creationId="{FD0B3F53-FA83-FEA9-176E-FC5340BA0B32}"/>
          </ac:spMkLst>
        </pc:spChg>
        <pc:spChg chg="add mod">
          <ac:chgData name="Sarah Salarda" userId="S::ssalarda@uw.edu::2d46105e-bf4b-4d0f-bc70-c1e8a725f692" providerId="AD" clId="Web-{3F90F8B5-9162-CE7D-5FCF-022A859E1BC9}" dt="2026-03-17T03:56:43.100" v="1102" actId="1076"/>
          <ac:spMkLst>
            <pc:docMk/>
            <pc:sldMk cId="2483978444" sldId="262"/>
            <ac:spMk id="13" creationId="{3EB00EEC-47A4-C397-85A8-011A3D662655}"/>
          </ac:spMkLst>
        </pc:spChg>
        <pc:picChg chg="add del mod ord">
          <ac:chgData name="Sarah Salarda" userId="S::ssalarda@uw.edu::2d46105e-bf4b-4d0f-bc70-c1e8a725f692" providerId="AD" clId="Web-{3F90F8B5-9162-CE7D-5FCF-022A859E1BC9}" dt="2026-03-17T03:38:08.604" v="1054"/>
          <ac:picMkLst>
            <pc:docMk/>
            <pc:sldMk cId="2483978444" sldId="262"/>
            <ac:picMk id="4" creationId="{88E160CB-DFE1-1B72-092D-4E8114F4CBB0}"/>
          </ac:picMkLst>
        </pc:picChg>
        <pc:picChg chg="add del mod ord">
          <ac:chgData name="Sarah Salarda" userId="S::ssalarda@uw.edu::2d46105e-bf4b-4d0f-bc70-c1e8a725f692" providerId="AD" clId="Web-{3F90F8B5-9162-CE7D-5FCF-022A859E1BC9}" dt="2026-03-17T03:38:38.230" v="1057"/>
          <ac:picMkLst>
            <pc:docMk/>
            <pc:sldMk cId="2483978444" sldId="262"/>
            <ac:picMk id="7" creationId="{9476DD7E-F12E-3442-C9A3-D80A13CBFF9F}"/>
          </ac:picMkLst>
        </pc:picChg>
        <pc:picChg chg="add mod ord">
          <ac:chgData name="Sarah Salarda" userId="S::ssalarda@uw.edu::2d46105e-bf4b-4d0f-bc70-c1e8a725f692" providerId="AD" clId="Web-{3F90F8B5-9162-CE7D-5FCF-022A859E1BC9}" dt="2026-03-17T03:40:21.843" v="1064" actId="14100"/>
          <ac:picMkLst>
            <pc:docMk/>
            <pc:sldMk cId="2483978444" sldId="262"/>
            <ac:picMk id="10" creationId="{373FD075-B2BF-A7F9-D55E-FE947DFE3FEE}"/>
          </ac:picMkLst>
        </pc:picChg>
        <pc:picChg chg="add del mod modCrop">
          <ac:chgData name="Sarah Salarda" userId="S::ssalarda@uw.edu::2d46105e-bf4b-4d0f-bc70-c1e8a725f692" providerId="AD" clId="Web-{3F90F8B5-9162-CE7D-5FCF-022A859E1BC9}" dt="2026-03-17T03:58:30.539" v="1117"/>
          <ac:picMkLst>
            <pc:docMk/>
            <pc:sldMk cId="2483978444" sldId="262"/>
            <ac:picMk id="14" creationId="{2FD09B78-A945-AA0E-F061-C6E71C3BC59E}"/>
          </ac:picMkLst>
        </pc:picChg>
        <pc:picChg chg="add mod">
          <ac:chgData name="Sarah Salarda" userId="S::ssalarda@uw.edu::2d46105e-bf4b-4d0f-bc70-c1e8a725f692" providerId="AD" clId="Web-{3F90F8B5-9162-CE7D-5FCF-022A859E1BC9}" dt="2026-03-17T03:59:57.384" v="1185" actId="1076"/>
          <ac:picMkLst>
            <pc:docMk/>
            <pc:sldMk cId="2483978444" sldId="262"/>
            <ac:picMk id="15" creationId="{B02A860E-E538-DFBC-F070-235CC058CBFC}"/>
          </ac:picMkLst>
        </pc:picChg>
        <pc:cxnChg chg="add mod">
          <ac:chgData name="Sarah Salarda" userId="S::ssalarda@uw.edu::2d46105e-bf4b-4d0f-bc70-c1e8a725f692" providerId="AD" clId="Web-{3F90F8B5-9162-CE7D-5FCF-022A859E1BC9}" dt="2026-03-17T03:56:40.725" v="1101"/>
          <ac:cxnSpMkLst>
            <pc:docMk/>
            <pc:sldMk cId="2483978444" sldId="262"/>
            <ac:cxnSpMk id="11" creationId="{CE868501-C2A5-10AB-78F6-7D682593E52E}"/>
          </ac:cxnSpMkLst>
        </pc:cxnChg>
      </pc:sldChg>
      <pc:sldChg chg="modSp new">
        <pc:chgData name="Sarah Salarda" userId="S::ssalarda@uw.edu::2d46105e-bf4b-4d0f-bc70-c1e8a725f692" providerId="AD" clId="Web-{3F90F8B5-9162-CE7D-5FCF-022A859E1BC9}" dt="2026-03-17T03:42:19.532" v="1071" actId="20577"/>
        <pc:sldMkLst>
          <pc:docMk/>
          <pc:sldMk cId="3888996288" sldId="263"/>
        </pc:sldMkLst>
        <pc:spChg chg="mod">
          <ac:chgData name="Sarah Salarda" userId="S::ssalarda@uw.edu::2d46105e-bf4b-4d0f-bc70-c1e8a725f692" providerId="AD" clId="Web-{3F90F8B5-9162-CE7D-5FCF-022A859E1BC9}" dt="2026-03-17T03:42:16.642" v="1070" actId="20577"/>
          <ac:spMkLst>
            <pc:docMk/>
            <pc:sldMk cId="3888996288" sldId="263"/>
            <ac:spMk id="2" creationId="{F6082EDE-246A-6218-18FF-CF6AFB1D1032}"/>
          </ac:spMkLst>
        </pc:spChg>
        <pc:spChg chg="mod">
          <ac:chgData name="Sarah Salarda" userId="S::ssalarda@uw.edu::2d46105e-bf4b-4d0f-bc70-c1e8a725f692" providerId="AD" clId="Web-{3F90F8B5-9162-CE7D-5FCF-022A859E1BC9}" dt="2026-03-17T03:42:19.532" v="1071" actId="20577"/>
          <ac:spMkLst>
            <pc:docMk/>
            <pc:sldMk cId="3888996288" sldId="263"/>
            <ac:spMk id="3" creationId="{9DA56E5A-E4AA-B194-5C38-D4D8BFCD8982}"/>
          </ac:spMkLst>
        </pc:spChg>
      </pc:sldChg>
      <pc:sldChg chg="addSp delSp modSp add replId">
        <pc:chgData name="Sarah Salarda" userId="S::ssalarda@uw.edu::2d46105e-bf4b-4d0f-bc70-c1e8a725f692" providerId="AD" clId="Web-{3F90F8B5-9162-CE7D-5FCF-022A859E1BC9}" dt="2026-03-17T03:59:44.072" v="1182" actId="14100"/>
        <pc:sldMkLst>
          <pc:docMk/>
          <pc:sldMk cId="3904593262" sldId="264"/>
        </pc:sldMkLst>
        <pc:spChg chg="mod">
          <ac:chgData name="Sarah Salarda" userId="S::ssalarda@uw.edu::2d46105e-bf4b-4d0f-bc70-c1e8a725f692" providerId="AD" clId="Web-{3F90F8B5-9162-CE7D-5FCF-022A859E1BC9}" dt="2026-03-17T03:59:29.056" v="1174" actId="20577"/>
          <ac:spMkLst>
            <pc:docMk/>
            <pc:sldMk cId="3904593262" sldId="264"/>
            <ac:spMk id="2" creationId="{3D089568-0B66-00ED-37ED-F9B14A943718}"/>
          </ac:spMkLst>
        </pc:spChg>
        <pc:spChg chg="add mod">
          <ac:chgData name="Sarah Salarda" userId="S::ssalarda@uw.edu::2d46105e-bf4b-4d0f-bc70-c1e8a725f692" providerId="AD" clId="Web-{3F90F8B5-9162-CE7D-5FCF-022A859E1BC9}" dt="2026-03-17T03:59:44.072" v="1182" actId="14100"/>
          <ac:spMkLst>
            <pc:docMk/>
            <pc:sldMk cId="3904593262" sldId="264"/>
            <ac:spMk id="4" creationId="{05F88F2D-31CE-081A-CF11-15289164F668}"/>
          </ac:spMkLst>
        </pc:spChg>
        <pc:spChg chg="del mod">
          <ac:chgData name="Sarah Salarda" userId="S::ssalarda@uw.edu::2d46105e-bf4b-4d0f-bc70-c1e8a725f692" providerId="AD" clId="Web-{3F90F8B5-9162-CE7D-5FCF-022A859E1BC9}" dt="2026-03-17T03:59:41.868" v="1181"/>
          <ac:spMkLst>
            <pc:docMk/>
            <pc:sldMk cId="3904593262" sldId="264"/>
            <ac:spMk id="13" creationId="{BB5341D9-8CE2-8258-A4F2-8938AF771E02}"/>
          </ac:spMkLst>
        </pc:spChg>
        <pc:picChg chg="del mod">
          <ac:chgData name="Sarah Salarda" userId="S::ssalarda@uw.edu::2d46105e-bf4b-4d0f-bc70-c1e8a725f692" providerId="AD" clId="Web-{3F90F8B5-9162-CE7D-5FCF-022A859E1BC9}" dt="2026-03-17T03:59:30.790" v="1177"/>
          <ac:picMkLst>
            <pc:docMk/>
            <pc:sldMk cId="3904593262" sldId="264"/>
            <ac:picMk id="10" creationId="{19873372-F7DA-C291-A61A-5F7E8189E6CA}"/>
          </ac:picMkLst>
        </pc:picChg>
        <pc:picChg chg="del">
          <ac:chgData name="Sarah Salarda" userId="S::ssalarda@uw.edu::2d46105e-bf4b-4d0f-bc70-c1e8a725f692" providerId="AD" clId="Web-{3F90F8B5-9162-CE7D-5FCF-022A859E1BC9}" dt="2026-03-17T03:59:30.462" v="1175"/>
          <ac:picMkLst>
            <pc:docMk/>
            <pc:sldMk cId="3904593262" sldId="264"/>
            <ac:picMk id="15" creationId="{B3A68C71-C4B6-7114-4E23-42D80D061852}"/>
          </ac:picMkLst>
        </pc:picChg>
        <pc:cxnChg chg="del">
          <ac:chgData name="Sarah Salarda" userId="S::ssalarda@uw.edu::2d46105e-bf4b-4d0f-bc70-c1e8a725f692" providerId="AD" clId="Web-{3F90F8B5-9162-CE7D-5FCF-022A859E1BC9}" dt="2026-03-17T03:59:34.134" v="1178"/>
          <ac:cxnSpMkLst>
            <pc:docMk/>
            <pc:sldMk cId="3904593262" sldId="264"/>
            <ac:cxnSpMk id="11" creationId="{44035EED-9A13-CC8C-2D4C-D44909F65982}"/>
          </ac:cxnSpMkLst>
        </pc:cxnChg>
      </pc:sldChg>
    </pc:docChg>
  </pc:docChgLst>
  <pc:docChgLst>
    <pc:chgData name="Maximilian Kobiesa" userId="S::mkobiesa@uw.edu::88ab86ca-9f99-4d8d-b8b6-2fbf00307f45" providerId="AD" clId="Web-{60C00459-94D5-7EED-B632-A28EB44FEA11}"/>
    <pc:docChg chg="modSld">
      <pc:chgData name="Maximilian Kobiesa" userId="S::mkobiesa@uw.edu::88ab86ca-9f99-4d8d-b8b6-2fbf00307f45" providerId="AD" clId="Web-{60C00459-94D5-7EED-B632-A28EB44FEA11}" dt="2026-03-17T17:56:16.646" v="164" actId="20577"/>
      <pc:docMkLst>
        <pc:docMk/>
      </pc:docMkLst>
      <pc:sldChg chg="addSp modSp">
        <pc:chgData name="Maximilian Kobiesa" userId="S::mkobiesa@uw.edu::88ab86ca-9f99-4d8d-b8b6-2fbf00307f45" providerId="AD" clId="Web-{60C00459-94D5-7EED-B632-A28EB44FEA11}" dt="2026-03-17T17:56:16.646" v="164" actId="20577"/>
        <pc:sldMkLst>
          <pc:docMk/>
          <pc:sldMk cId="3888996288" sldId="263"/>
        </pc:sldMkLst>
        <pc:spChg chg="add mod">
          <ac:chgData name="Maximilian Kobiesa" userId="S::mkobiesa@uw.edu::88ab86ca-9f99-4d8d-b8b6-2fbf00307f45" providerId="AD" clId="Web-{60C00459-94D5-7EED-B632-A28EB44FEA11}" dt="2026-03-17T17:56:16.646" v="164" actId="20577"/>
          <ac:spMkLst>
            <pc:docMk/>
            <pc:sldMk cId="3888996288" sldId="263"/>
            <ac:spMk id="3" creationId="{C1291DC1-5FC1-2D6A-FEDF-10A49EE00903}"/>
          </ac:spMkLst>
        </pc:spChg>
        <pc:picChg chg="mod">
          <ac:chgData name="Maximilian Kobiesa" userId="S::mkobiesa@uw.edu::88ab86ca-9f99-4d8d-b8b6-2fbf00307f45" providerId="AD" clId="Web-{60C00459-94D5-7EED-B632-A28EB44FEA11}" dt="2026-03-17T17:53:30.219" v="6" actId="1076"/>
          <ac:picMkLst>
            <pc:docMk/>
            <pc:sldMk cId="3888996288" sldId="263"/>
            <ac:picMk id="4" creationId="{429B85DF-BC5F-95D4-0A93-3F4F5BC183FE}"/>
          </ac:picMkLst>
        </pc:picChg>
      </pc:sldChg>
      <pc:sldChg chg="modSp">
        <pc:chgData name="Maximilian Kobiesa" userId="S::mkobiesa@uw.edu::88ab86ca-9f99-4d8d-b8b6-2fbf00307f45" providerId="AD" clId="Web-{60C00459-94D5-7EED-B632-A28EB44FEA11}" dt="2026-03-17T17:53:14.109" v="5" actId="1076"/>
        <pc:sldMkLst>
          <pc:docMk/>
          <pc:sldMk cId="3904593262" sldId="264"/>
        </pc:sldMkLst>
        <pc:spChg chg="mod">
          <ac:chgData name="Maximilian Kobiesa" userId="S::mkobiesa@uw.edu::88ab86ca-9f99-4d8d-b8b6-2fbf00307f45" providerId="AD" clId="Web-{60C00459-94D5-7EED-B632-A28EB44FEA11}" dt="2026-03-17T17:53:06.250" v="1" actId="1076"/>
          <ac:spMkLst>
            <pc:docMk/>
            <pc:sldMk cId="3904593262" sldId="264"/>
            <ac:spMk id="2" creationId="{3D089568-0B66-00ED-37ED-F9B14A943718}"/>
          </ac:spMkLst>
        </pc:spChg>
        <pc:spChg chg="mod">
          <ac:chgData name="Maximilian Kobiesa" userId="S::mkobiesa@uw.edu::88ab86ca-9f99-4d8d-b8b6-2fbf00307f45" providerId="AD" clId="Web-{60C00459-94D5-7EED-B632-A28EB44FEA11}" dt="2026-03-17T17:53:10.094" v="2" actId="1076"/>
          <ac:spMkLst>
            <pc:docMk/>
            <pc:sldMk cId="3904593262" sldId="264"/>
            <ac:spMk id="4" creationId="{05F88F2D-31CE-081A-CF11-15289164F668}"/>
          </ac:spMkLst>
        </pc:spChg>
        <pc:picChg chg="mod">
          <ac:chgData name="Maximilian Kobiesa" userId="S::mkobiesa@uw.edu::88ab86ca-9f99-4d8d-b8b6-2fbf00307f45" providerId="AD" clId="Web-{60C00459-94D5-7EED-B632-A28EB44FEA11}" dt="2026-03-17T17:53:14.109" v="5" actId="1076"/>
          <ac:picMkLst>
            <pc:docMk/>
            <pc:sldMk cId="3904593262" sldId="264"/>
            <ac:picMk id="3" creationId="{67DC2017-8267-5A57-6ED6-0E6D154725FC}"/>
          </ac:picMkLst>
        </pc:picChg>
        <pc:picChg chg="mod">
          <ac:chgData name="Maximilian Kobiesa" userId="S::mkobiesa@uw.edu::88ab86ca-9f99-4d8d-b8b6-2fbf00307f45" providerId="AD" clId="Web-{60C00459-94D5-7EED-B632-A28EB44FEA11}" dt="2026-03-17T17:53:12.219" v="4" actId="1076"/>
          <ac:picMkLst>
            <pc:docMk/>
            <pc:sldMk cId="3904593262" sldId="264"/>
            <ac:picMk id="5" creationId="{D7BAAAD5-10FD-3DE6-A3F0-C179E1C19ADA}"/>
          </ac:picMkLst>
        </pc:picChg>
      </pc:sldChg>
    </pc:docChg>
  </pc:docChgLst>
  <pc:docChgLst>
    <pc:chgData name="Sarah Salarda" userId="S::ssalarda@uw.edu::2d46105e-bf4b-4d0f-bc70-c1e8a725f692" providerId="AD" clId="Web-{D22C2021-51A3-5941-CFC8-DFD8A2046514}"/>
    <pc:docChg chg="mod addSld modSld addMainMaster delMainMaster">
      <pc:chgData name="Sarah Salarda" userId="S::ssalarda@uw.edu::2d46105e-bf4b-4d0f-bc70-c1e8a725f692" providerId="AD" clId="Web-{D22C2021-51A3-5941-CFC8-DFD8A2046514}" dt="2026-03-16T22:40:40.172" v="30"/>
      <pc:docMkLst>
        <pc:docMk/>
      </pc:docMkLst>
      <pc:sldChg chg="addSp delSp modSp mod setBg modClrScheme delDesignElem chgLayout">
        <pc:chgData name="Sarah Salarda" userId="S::ssalarda@uw.edu::2d46105e-bf4b-4d0f-bc70-c1e8a725f692" providerId="AD" clId="Web-{D22C2021-51A3-5941-CFC8-DFD8A2046514}" dt="2026-03-16T22:40:24.062" v="29"/>
        <pc:sldMkLst>
          <pc:docMk/>
          <pc:sldMk cId="109857222" sldId="256"/>
        </pc:sldMkLst>
        <pc:spChg chg="mod ord">
          <ac:chgData name="Sarah Salarda" userId="S::ssalarda@uw.edu::2d46105e-bf4b-4d0f-bc70-c1e8a725f692" providerId="AD" clId="Web-{D22C2021-51A3-5941-CFC8-DFD8A2046514}" dt="2026-03-16T22:40:24.062" v="29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arah Salarda" userId="S::ssalarda@uw.edu::2d46105e-bf4b-4d0f-bc70-c1e8a725f692" providerId="AD" clId="Web-{D22C2021-51A3-5941-CFC8-DFD8A2046514}" dt="2026-03-16T22:40:24.062" v="29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Sarah Salarda" userId="S::ssalarda@uw.edu::2d46105e-bf4b-4d0f-bc70-c1e8a725f692" providerId="AD" clId="Web-{D22C2021-51A3-5941-CFC8-DFD8A2046514}" dt="2026-03-16T22:40:24.062" v="29"/>
          <ac:spMkLst>
            <pc:docMk/>
            <pc:sldMk cId="109857222" sldId="256"/>
            <ac:spMk id="5" creationId="{ED587E41-605C-A8E4-8BA5-0E0B3797C9AA}"/>
          </ac:spMkLst>
        </pc:spChg>
        <pc:spChg chg="add">
          <ac:chgData name="Sarah Salarda" userId="S::ssalarda@uw.edu::2d46105e-bf4b-4d0f-bc70-c1e8a725f692" providerId="AD" clId="Web-{D22C2021-51A3-5941-CFC8-DFD8A2046514}" dt="2026-03-16T22:40:24.062" v="29"/>
          <ac:spMkLst>
            <pc:docMk/>
            <pc:sldMk cId="109857222" sldId="256"/>
            <ac:spMk id="7" creationId="{EBD48A03-0DF9-3063-CB15-1BC2AEC79F1C}"/>
          </ac:spMkLst>
        </pc:spChg>
        <pc:spChg chg="add del">
          <ac:chgData name="Sarah Salarda" userId="S::ssalarda@uw.edu::2d46105e-bf4b-4d0f-bc70-c1e8a725f692" providerId="AD" clId="Web-{D22C2021-51A3-5941-CFC8-DFD8A2046514}" dt="2026-03-16T22:40:07.718" v="28"/>
          <ac:spMkLst>
            <pc:docMk/>
            <pc:sldMk cId="109857222" sldId="256"/>
            <ac:spMk id="9" creationId="{BA6285CA-6AFA-4F27-AFB5-1B32CDE09B1A}"/>
          </ac:spMkLst>
        </pc:spChg>
        <pc:spChg chg="add del">
          <ac:chgData name="Sarah Salarda" userId="S::ssalarda@uw.edu::2d46105e-bf4b-4d0f-bc70-c1e8a725f692" providerId="AD" clId="Web-{D22C2021-51A3-5941-CFC8-DFD8A2046514}" dt="2026-03-16T22:40:07.718" v="28"/>
          <ac:spMkLst>
            <pc:docMk/>
            <pc:sldMk cId="109857222" sldId="256"/>
            <ac:spMk id="44" creationId="{A7050958-138C-4DA8-9DF5-1A9D65C19168}"/>
          </ac:spMkLst>
        </pc:spChg>
        <pc:grpChg chg="add del">
          <ac:chgData name="Sarah Salarda" userId="S::ssalarda@uw.edu::2d46105e-bf4b-4d0f-bc70-c1e8a725f692" providerId="AD" clId="Web-{D22C2021-51A3-5941-CFC8-DFD8A2046514}" dt="2026-03-16T22:40:07.718" v="28"/>
          <ac:grpSpMkLst>
            <pc:docMk/>
            <pc:sldMk cId="109857222" sldId="256"/>
            <ac:grpSpMk id="11" creationId="{7CC099DD-8E7F-4878-A418-76859A85E971}"/>
          </ac:grpSpMkLst>
        </pc:grpChg>
        <pc:picChg chg="add del">
          <ac:chgData name="Sarah Salarda" userId="S::ssalarda@uw.edu::2d46105e-bf4b-4d0f-bc70-c1e8a725f692" providerId="AD" clId="Web-{D22C2021-51A3-5941-CFC8-DFD8A2046514}" dt="2026-03-16T22:40:07.718" v="28"/>
          <ac:picMkLst>
            <pc:docMk/>
            <pc:sldMk cId="109857222" sldId="256"/>
            <ac:picMk id="4" creationId="{E14C630D-02B5-5222-7E5B-48289D2A384C}"/>
          </ac:picMkLst>
        </pc:picChg>
        <pc:picChg chg="add">
          <ac:chgData name="Sarah Salarda" userId="S::ssalarda@uw.edu::2d46105e-bf4b-4d0f-bc70-c1e8a725f692" providerId="AD" clId="Web-{D22C2021-51A3-5941-CFC8-DFD8A2046514}" dt="2026-03-16T22:40:24.062" v="29"/>
          <ac:picMkLst>
            <pc:docMk/>
            <pc:sldMk cId="109857222" sldId="256"/>
            <ac:picMk id="6" creationId="{CDE396D6-5FD5-3439-67FB-658E18BB345B}"/>
          </ac:picMkLst>
        </pc:picChg>
      </pc:sldChg>
      <pc:sldChg chg="new">
        <pc:chgData name="Sarah Salarda" userId="S::ssalarda@uw.edu::2d46105e-bf4b-4d0f-bc70-c1e8a725f692" providerId="AD" clId="Web-{D22C2021-51A3-5941-CFC8-DFD8A2046514}" dt="2026-03-16T22:40:40.172" v="30"/>
        <pc:sldMkLst>
          <pc:docMk/>
          <pc:sldMk cId="524533829" sldId="257"/>
        </pc:sldMkLst>
      </pc:sldChg>
      <pc:sldMasterChg chg="add del addSldLayout delSldLayout">
        <pc:chgData name="Sarah Salarda" userId="S::ssalarda@uw.edu::2d46105e-bf4b-4d0f-bc70-c1e8a725f692" providerId="AD" clId="Web-{D22C2021-51A3-5941-CFC8-DFD8A2046514}" dt="2026-03-16T22:40:24.062" v="29"/>
        <pc:sldMasterMkLst>
          <pc:docMk/>
          <pc:sldMasterMk cId="2460954070" sldId="2147483660"/>
        </pc:sldMasterMkLst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Sarah Salarda" userId="S::ssalarda@uw.edu::2d46105e-bf4b-4d0f-bc70-c1e8a725f692" providerId="AD" clId="Web-{D22C2021-51A3-5941-CFC8-DFD8A2046514}" dt="2026-03-16T22:40:24.062" v="29"/>
        <pc:sldMasterMkLst>
          <pc:docMk/>
          <pc:sldMasterMk cId="2051182955" sldId="2147483695"/>
        </pc:sldMasterMkLst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308646463" sldId="2147483684"/>
          </pc:sldLayoutMkLst>
        </pc:sldLayoutChg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592548208" sldId="2147483685"/>
          </pc:sldLayoutMkLst>
        </pc:sldLayoutChg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4163018062" sldId="2147483686"/>
          </pc:sldLayoutMkLst>
        </pc:sldLayoutChg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1976241881" sldId="2147483687"/>
          </pc:sldLayoutMkLst>
        </pc:sldLayoutChg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3955326127" sldId="2147483688"/>
          </pc:sldLayoutMkLst>
        </pc:sldLayoutChg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4122303338" sldId="2147483689"/>
          </pc:sldLayoutMkLst>
        </pc:sldLayoutChg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954776430" sldId="2147483690"/>
          </pc:sldLayoutMkLst>
        </pc:sldLayoutChg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3202615971" sldId="2147483691"/>
          </pc:sldLayoutMkLst>
        </pc:sldLayoutChg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1313941575" sldId="2147483692"/>
          </pc:sldLayoutMkLst>
        </pc:sldLayoutChg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4118230132" sldId="2147483693"/>
          </pc:sldLayoutMkLst>
        </pc:sldLayoutChg>
        <pc:sldLayoutChg chg="add">
          <pc:chgData name="Sarah Salarda" userId="S::ssalarda@uw.edu::2d46105e-bf4b-4d0f-bc70-c1e8a725f692" providerId="AD" clId="Web-{D22C2021-51A3-5941-CFC8-DFD8A2046514}" dt="2026-03-16T22:40:24.062" v="29"/>
          <pc:sldLayoutMkLst>
            <pc:docMk/>
            <pc:sldMasterMk cId="2051182955" sldId="2147483695"/>
            <pc:sldLayoutMk cId="1202891220" sldId="2147483694"/>
          </pc:sldLayoutMkLst>
        </pc:sldLayoutChg>
      </pc:sldMasterChg>
      <pc:sldMasterChg chg="add del addSldLayout delSldLayout">
        <pc:chgData name="Sarah Salarda" userId="S::ssalarda@uw.edu::2d46105e-bf4b-4d0f-bc70-c1e8a725f692" providerId="AD" clId="Web-{D22C2021-51A3-5941-CFC8-DFD8A2046514}" dt="2026-03-16T22:40:07.718" v="28"/>
        <pc:sldMasterMkLst>
          <pc:docMk/>
          <pc:sldMasterMk cId="1001539596" sldId="2147483734"/>
        </pc:sldMasterMkLst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4042379243" sldId="2147483723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4171631408" sldId="2147483724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1090873481" sldId="2147483725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3046349801" sldId="2147483726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2287801595" sldId="2147483727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3479671191" sldId="2147483728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4047647162" sldId="2147483729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3327653920" sldId="2147483730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3026311679" sldId="2147483731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700526847" sldId="2147483732"/>
          </pc:sldLayoutMkLst>
        </pc:sldLayoutChg>
        <pc:sldLayoutChg chg="add del">
          <pc:chgData name="Sarah Salarda" userId="S::ssalarda@uw.edu::2d46105e-bf4b-4d0f-bc70-c1e8a725f692" providerId="AD" clId="Web-{D22C2021-51A3-5941-CFC8-DFD8A2046514}" dt="2026-03-16T22:40:07.718" v="28"/>
          <pc:sldLayoutMkLst>
            <pc:docMk/>
            <pc:sldMasterMk cId="1001539596" sldId="2147483734"/>
            <pc:sldLayoutMk cId="9459679" sldId="2147483733"/>
          </pc:sldLayoutMkLst>
        </pc:sldLayoutChg>
      </pc:sldMasterChg>
      <pc:sldMasterChg chg="add del addSldLayout delSldLayout modSldLayout">
        <pc:chgData name="Sarah Salarda" userId="S::ssalarda@uw.edu::2d46105e-bf4b-4d0f-bc70-c1e8a725f692" providerId="AD" clId="Web-{D22C2021-51A3-5941-CFC8-DFD8A2046514}" dt="2026-03-16T22:40:01.467" v="27"/>
        <pc:sldMasterMkLst>
          <pc:docMk/>
          <pc:sldMasterMk cId="269752246" sldId="2147483735"/>
        </pc:sldMasterMkLst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2147256906" sldId="2147483736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924840659" sldId="2147483737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1041873703" sldId="2147483738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2753072552" sldId="2147483739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300278039" sldId="2147483740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1827710496" sldId="2147483741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4102627656" sldId="2147483742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3038180333" sldId="2147483743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2275046202" sldId="2147483744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1035896246" sldId="2147483745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1.467" v="27"/>
          <pc:sldLayoutMkLst>
            <pc:docMk/>
            <pc:sldMasterMk cId="269752246" sldId="2147483735"/>
            <pc:sldLayoutMk cId="2574694978" sldId="2147483746"/>
          </pc:sldLayoutMkLst>
        </pc:sldLayoutChg>
      </pc:sldMasterChg>
      <pc:sldMasterChg chg="add del addSldLayout delSldLayout modSldLayout">
        <pc:chgData name="Sarah Salarda" userId="S::ssalarda@uw.edu::2d46105e-bf4b-4d0f-bc70-c1e8a725f692" providerId="AD" clId="Web-{D22C2021-51A3-5941-CFC8-DFD8A2046514}" dt="2026-03-16T22:40:00.592" v="26"/>
        <pc:sldMasterMkLst>
          <pc:docMk/>
          <pc:sldMasterMk cId="2137600751" sldId="2147483747"/>
        </pc:sldMasterMkLst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1383538239" sldId="2147483748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3718847952" sldId="2147483749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1427875921" sldId="2147483750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1148862696" sldId="2147483751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1526122730" sldId="2147483752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3447602219" sldId="2147483753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3297891028" sldId="2147483754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147073293" sldId="2147483755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3309340134" sldId="2147483756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2120451668" sldId="2147483757"/>
          </pc:sldLayoutMkLst>
        </pc:sldLayoutChg>
        <pc:sldLayoutChg chg="add del mod replId">
          <pc:chgData name="Sarah Salarda" userId="S::ssalarda@uw.edu::2d46105e-bf4b-4d0f-bc70-c1e8a725f692" providerId="AD" clId="Web-{D22C2021-51A3-5941-CFC8-DFD8A2046514}" dt="2026-03-16T22:40:00.592" v="26"/>
          <pc:sldLayoutMkLst>
            <pc:docMk/>
            <pc:sldMasterMk cId="2137600751" sldId="2147483747"/>
            <pc:sldLayoutMk cId="2872311260" sldId="2147483758"/>
          </pc:sldLayoutMkLst>
        </pc:sldLayoutChg>
      </pc:sldMasterChg>
    </pc:docChg>
  </pc:docChgLst>
  <pc:docChgLst>
    <pc:chgData clId="Web-{DC934EA8-5B3D-A4E2-74D2-15FD64FB0F78}"/>
    <pc:docChg chg="modSld">
      <pc:chgData name="" userId="" providerId="" clId="Web-{DC934EA8-5B3D-A4E2-74D2-15FD64FB0F78}" dt="2026-03-17T17:45:30.415" v="4" actId="20577"/>
      <pc:docMkLst>
        <pc:docMk/>
      </pc:docMkLst>
      <pc:sldChg chg="modSp">
        <pc:chgData name="" userId="" providerId="" clId="Web-{DC934EA8-5B3D-A4E2-74D2-15FD64FB0F78}" dt="2026-03-17T17:45:30.415" v="4" actId="20577"/>
        <pc:sldMkLst>
          <pc:docMk/>
          <pc:sldMk cId="3904593262" sldId="264"/>
        </pc:sldMkLst>
        <pc:spChg chg="mod">
          <ac:chgData name="" userId="" providerId="" clId="Web-{DC934EA8-5B3D-A4E2-74D2-15FD64FB0F78}" dt="2026-03-17T17:45:30.415" v="4" actId="20577"/>
          <ac:spMkLst>
            <pc:docMk/>
            <pc:sldMk cId="3904593262" sldId="264"/>
            <ac:spMk id="2" creationId="{3D089568-0B66-00ED-37ED-F9B14A943718}"/>
          </ac:spMkLst>
        </pc:spChg>
      </pc:sldChg>
    </pc:docChg>
  </pc:docChgLst>
  <pc:docChgLst>
    <pc:chgData name="Sarah Salarda" userId="S::ssalarda@uw.edu::2d46105e-bf4b-4d0f-bc70-c1e8a725f692" providerId="AD" clId="Web-{DC934EA8-5B3D-A4E2-74D2-15FD64FB0F78}"/>
    <pc:docChg chg="addSld modSld">
      <pc:chgData name="Sarah Salarda" userId="S::ssalarda@uw.edu::2d46105e-bf4b-4d0f-bc70-c1e8a725f692" providerId="AD" clId="Web-{DC934EA8-5B3D-A4E2-74D2-15FD64FB0F78}" dt="2026-03-17T18:14:06.541" v="674" actId="20577"/>
      <pc:docMkLst>
        <pc:docMk/>
      </pc:docMkLst>
      <pc:sldChg chg="modSp">
        <pc:chgData name="Sarah Salarda" userId="S::ssalarda@uw.edu::2d46105e-bf4b-4d0f-bc70-c1e8a725f692" providerId="AD" clId="Web-{DC934EA8-5B3D-A4E2-74D2-15FD64FB0F78}" dt="2026-03-17T18:11:39.976" v="635" actId="20577"/>
        <pc:sldMkLst>
          <pc:docMk/>
          <pc:sldMk cId="3809289990" sldId="261"/>
        </pc:sldMkLst>
        <pc:spChg chg="mod">
          <ac:chgData name="Sarah Salarda" userId="S::ssalarda@uw.edu::2d46105e-bf4b-4d0f-bc70-c1e8a725f692" providerId="AD" clId="Web-{DC934EA8-5B3D-A4E2-74D2-15FD64FB0F78}" dt="2026-03-17T17:45:45.415" v="2" actId="20577"/>
          <ac:spMkLst>
            <pc:docMk/>
            <pc:sldMk cId="3809289990" sldId="261"/>
            <ac:spMk id="2" creationId="{3CE956B6-80B1-CA58-A504-E3A36DCAF54C}"/>
          </ac:spMkLst>
        </pc:spChg>
        <pc:spChg chg="mod">
          <ac:chgData name="Sarah Salarda" userId="S::ssalarda@uw.edu::2d46105e-bf4b-4d0f-bc70-c1e8a725f692" providerId="AD" clId="Web-{DC934EA8-5B3D-A4E2-74D2-15FD64FB0F78}" dt="2026-03-17T18:11:39.976" v="635" actId="20577"/>
          <ac:spMkLst>
            <pc:docMk/>
            <pc:sldMk cId="3809289990" sldId="261"/>
            <ac:spMk id="6" creationId="{D5E1C8D8-3957-0700-2DFD-83F21D57328E}"/>
          </ac:spMkLst>
        </pc:spChg>
      </pc:sldChg>
      <pc:sldChg chg="modSp modNotes">
        <pc:chgData name="Sarah Salarda" userId="S::ssalarda@uw.edu::2d46105e-bf4b-4d0f-bc70-c1e8a725f692" providerId="AD" clId="Web-{DC934EA8-5B3D-A4E2-74D2-15FD64FB0F78}" dt="2026-03-17T18:03:04.350" v="479"/>
        <pc:sldMkLst>
          <pc:docMk/>
          <pc:sldMk cId="2483978444" sldId="262"/>
        </pc:sldMkLst>
        <pc:spChg chg="mod">
          <ac:chgData name="Sarah Salarda" userId="S::ssalarda@uw.edu::2d46105e-bf4b-4d0f-bc70-c1e8a725f692" providerId="AD" clId="Web-{DC934EA8-5B3D-A4E2-74D2-15FD64FB0F78}" dt="2026-03-17T17:45:56.884" v="4" actId="14100"/>
          <ac:spMkLst>
            <pc:docMk/>
            <pc:sldMk cId="2483978444" sldId="262"/>
            <ac:spMk id="2" creationId="{5D3826D8-2DBF-8FD0-510B-4FB47841FD28}"/>
          </ac:spMkLst>
        </pc:spChg>
      </pc:sldChg>
      <pc:sldChg chg="addSp modSp">
        <pc:chgData name="Sarah Salarda" userId="S::ssalarda@uw.edu::2d46105e-bf4b-4d0f-bc70-c1e8a725f692" providerId="AD" clId="Web-{DC934EA8-5B3D-A4E2-74D2-15FD64FB0F78}" dt="2026-03-17T18:14:06.541" v="674" actId="20577"/>
        <pc:sldMkLst>
          <pc:docMk/>
          <pc:sldMk cId="639602543" sldId="265"/>
        </pc:sldMkLst>
        <pc:spChg chg="mod">
          <ac:chgData name="Sarah Salarda" userId="S::ssalarda@uw.edu::2d46105e-bf4b-4d0f-bc70-c1e8a725f692" providerId="AD" clId="Web-{DC934EA8-5B3D-A4E2-74D2-15FD64FB0F78}" dt="2026-03-17T17:45:40.868" v="0" actId="20577"/>
          <ac:spMkLst>
            <pc:docMk/>
            <pc:sldMk cId="639602543" sldId="265"/>
            <ac:spMk id="2" creationId="{FB3A85EF-53EE-6089-78EE-400BF20A7C0C}"/>
          </ac:spMkLst>
        </pc:spChg>
        <pc:spChg chg="add mod">
          <ac:chgData name="Sarah Salarda" userId="S::ssalarda@uw.edu::2d46105e-bf4b-4d0f-bc70-c1e8a725f692" providerId="AD" clId="Web-{DC934EA8-5B3D-A4E2-74D2-15FD64FB0F78}" dt="2026-03-17T18:04:16.756" v="497" actId="1076"/>
          <ac:spMkLst>
            <pc:docMk/>
            <pc:sldMk cId="639602543" sldId="265"/>
            <ac:spMk id="3" creationId="{7C394B9F-66EA-DF18-508F-01E67240F13D}"/>
          </ac:spMkLst>
        </pc:spChg>
        <pc:spChg chg="mod">
          <ac:chgData name="Sarah Salarda" userId="S::ssalarda@uw.edu::2d46105e-bf4b-4d0f-bc70-c1e8a725f692" providerId="AD" clId="Web-{DC934EA8-5B3D-A4E2-74D2-15FD64FB0F78}" dt="2026-03-17T18:14:06.541" v="674" actId="20577"/>
          <ac:spMkLst>
            <pc:docMk/>
            <pc:sldMk cId="639602543" sldId="265"/>
            <ac:spMk id="4" creationId="{F5C1586A-F46B-1E30-0784-66E3980B416C}"/>
          </ac:spMkLst>
        </pc:spChg>
        <pc:spChg chg="add mod">
          <ac:chgData name="Sarah Salarda" userId="S::ssalarda@uw.edu::2d46105e-bf4b-4d0f-bc70-c1e8a725f692" providerId="AD" clId="Web-{DC934EA8-5B3D-A4E2-74D2-15FD64FB0F78}" dt="2026-03-17T18:04:13.959" v="496" actId="1076"/>
          <ac:spMkLst>
            <pc:docMk/>
            <pc:sldMk cId="639602543" sldId="265"/>
            <ac:spMk id="5" creationId="{03B048AC-839D-CA30-E2DB-47104619DB11}"/>
          </ac:spMkLst>
        </pc:spChg>
      </pc:sldChg>
      <pc:sldChg chg="addSp delSp modSp new">
        <pc:chgData name="Sarah Salarda" userId="S::ssalarda@uw.edu::2d46105e-bf4b-4d0f-bc70-c1e8a725f692" providerId="AD" clId="Web-{DC934EA8-5B3D-A4E2-74D2-15FD64FB0F78}" dt="2026-03-17T18:09:47.163" v="609" actId="20577"/>
        <pc:sldMkLst>
          <pc:docMk/>
          <pc:sldMk cId="4207075586" sldId="266"/>
        </pc:sldMkLst>
        <pc:spChg chg="mod">
          <ac:chgData name="Sarah Salarda" userId="S::ssalarda@uw.edu::2d46105e-bf4b-4d0f-bc70-c1e8a725f692" providerId="AD" clId="Web-{DC934EA8-5B3D-A4E2-74D2-15FD64FB0F78}" dt="2026-03-17T17:47:54.651" v="54" actId="20577"/>
          <ac:spMkLst>
            <pc:docMk/>
            <pc:sldMk cId="4207075586" sldId="266"/>
            <ac:spMk id="2" creationId="{D1AE5385-50A6-AD9F-2999-70067200EF6B}"/>
          </ac:spMkLst>
        </pc:spChg>
        <pc:spChg chg="add del mod">
          <ac:chgData name="Sarah Salarda" userId="S::ssalarda@uw.edu::2d46105e-bf4b-4d0f-bc70-c1e8a725f692" providerId="AD" clId="Web-{DC934EA8-5B3D-A4E2-74D2-15FD64FB0F78}" dt="2026-03-17T18:09:47.163" v="609" actId="20577"/>
          <ac:spMkLst>
            <pc:docMk/>
            <pc:sldMk cId="4207075586" sldId="266"/>
            <ac:spMk id="3" creationId="{3F82E144-60B5-BDEF-3F0A-4566FFCF4CE9}"/>
          </ac:spMkLst>
        </pc:spChg>
        <pc:picChg chg="add del mod ord">
          <ac:chgData name="Sarah Salarda" userId="S::ssalarda@uw.edu::2d46105e-bf4b-4d0f-bc70-c1e8a725f692" providerId="AD" clId="Web-{DC934EA8-5B3D-A4E2-74D2-15FD64FB0F78}" dt="2026-03-17T17:52:00.403" v="66"/>
          <ac:picMkLst>
            <pc:docMk/>
            <pc:sldMk cId="4207075586" sldId="266"/>
            <ac:picMk id="4" creationId="{51965395-B617-E925-974D-E5AFB3BE17AD}"/>
          </ac:picMkLst>
        </pc:picChg>
        <pc:picChg chg="add mod">
          <ac:chgData name="Sarah Salarda" userId="S::ssalarda@uw.edu::2d46105e-bf4b-4d0f-bc70-c1e8a725f692" providerId="AD" clId="Web-{DC934EA8-5B3D-A4E2-74D2-15FD64FB0F78}" dt="2026-03-17T18:06:35.241" v="526" actId="1076"/>
          <ac:picMkLst>
            <pc:docMk/>
            <pc:sldMk cId="4207075586" sldId="266"/>
            <ac:picMk id="5" creationId="{0CF4C20F-041F-BE38-B1A3-595F04B17615}"/>
          </ac:picMkLst>
        </pc:picChg>
      </pc:sldChg>
    </pc:docChg>
  </pc:docChgLst>
  <pc:docChgLst>
    <pc:chgData name="Sarah Salarda" userId="S::ssalarda@uw.edu::2d46105e-bf4b-4d0f-bc70-c1e8a725f692" providerId="AD" clId="Web-{E281F07C-F5F3-EF60-FB72-123F3EC0620F}"/>
    <pc:docChg chg="modSld">
      <pc:chgData name="Sarah Salarda" userId="S::ssalarda@uw.edu::2d46105e-bf4b-4d0f-bc70-c1e8a725f692" providerId="AD" clId="Web-{E281F07C-F5F3-EF60-FB72-123F3EC0620F}" dt="2026-03-17T18:53:13.529" v="22"/>
      <pc:docMkLst>
        <pc:docMk/>
      </pc:docMkLst>
      <pc:sldChg chg="modNotes">
        <pc:chgData name="Sarah Salarda" userId="S::ssalarda@uw.edu::2d46105e-bf4b-4d0f-bc70-c1e8a725f692" providerId="AD" clId="Web-{E281F07C-F5F3-EF60-FB72-123F3EC0620F}" dt="2026-03-17T18:51:35.310" v="8"/>
        <pc:sldMkLst>
          <pc:docMk/>
          <pc:sldMk cId="2483978444" sldId="262"/>
        </pc:sldMkLst>
      </pc:sldChg>
      <pc:sldChg chg="modNotes">
        <pc:chgData name="Sarah Salarda" userId="S::ssalarda@uw.edu::2d46105e-bf4b-4d0f-bc70-c1e8a725f692" providerId="AD" clId="Web-{E281F07C-F5F3-EF60-FB72-123F3EC0620F}" dt="2026-03-17T18:53:13.529" v="22"/>
        <pc:sldMkLst>
          <pc:docMk/>
          <pc:sldMk cId="3904593262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4F005-C217-4B43-B2C8-DB6BEA54C588}" type="datetimeFigureOut"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7C47A-A79D-43AA-A819-D9198636270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22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Why not STFT? </a:t>
            </a:r>
          </a:p>
          <a:p>
            <a:pPr marL="171450" indent="-171450">
              <a:buFont typeface="Calibri"/>
              <a:buChar char="-"/>
            </a:pPr>
            <a:r>
              <a:rPr lang="en-US" err="1">
                <a:ea typeface="Calibri"/>
                <a:cs typeface="Calibri"/>
              </a:rPr>
              <a:t>Truncat</a:t>
            </a:r>
            <a:r>
              <a:rPr lang="en-US">
                <a:ea typeface="Calibri"/>
                <a:cs typeface="Calibri"/>
              </a:rPr>
              <a:t>es based off a set window and not based on whether its significant or not. 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Uses a sliding window with a </a:t>
            </a:r>
            <a:r>
              <a:rPr lang="en-US" err="1">
                <a:ea typeface="Calibri"/>
                <a:cs typeface="Calibri"/>
              </a:rPr>
              <a:t>speci</a:t>
            </a:r>
            <a:r>
              <a:rPr lang="en-US">
                <a:ea typeface="Calibri"/>
                <a:cs typeface="Calibri"/>
              </a:rPr>
              <a:t>fic length. </a:t>
            </a:r>
          </a:p>
          <a:p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7C47A-A79D-43AA-A819-D9198636270D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21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Why not a STFT here?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7C47A-A79D-43AA-A819-D9198636270D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9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76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1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4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3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91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48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1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4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0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6" name="Picture 5" descr="Zigzag indicator line">
            <a:extLst>
              <a:ext uri="{FF2B5EF4-FFF2-40B4-BE49-F238E27FC236}">
                <a16:creationId xmlns:a16="http://schemas.microsoft.com/office/drawing/2014/main" id="{CDE396D6-5FD5-3439-67FB-658E18BB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07" t="20621" r="3" b="9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1906"/>
            <a:ext cx="12191999" cy="1246094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" y="5795685"/>
            <a:ext cx="8183880" cy="960120"/>
          </a:xfrm>
        </p:spPr>
        <p:txBody>
          <a:bodyPr anchor="ctr">
            <a:normAutofit/>
          </a:bodyPr>
          <a:lstStyle/>
          <a:p>
            <a:pPr algn="l"/>
            <a:r>
              <a:rPr lang="en-US" sz="3100"/>
              <a:t>Detection of Adventitious Lung Sounds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87818" y="5795685"/>
            <a:ext cx="3409109" cy="9601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1900"/>
              <a:t>By: Maximilian </a:t>
            </a:r>
            <a:r>
              <a:rPr lang="en-US" sz="1900" err="1"/>
              <a:t>Kobiesa</a:t>
            </a:r>
            <a:r>
              <a:rPr lang="en-US" sz="1900"/>
              <a:t> &amp; Sarah </a:t>
            </a:r>
            <a:r>
              <a:rPr lang="en-US" sz="1900" err="1"/>
              <a:t>Salarda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8CA7-2547-90C9-05AB-BA8DE4A7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adventitious sounds?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6CEE5-0138-01FA-18AE-F17B0C446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571015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Abnormal breath sounds during respiration.</a:t>
            </a:r>
          </a:p>
          <a:p>
            <a:r>
              <a:rPr lang="en-US"/>
              <a:t>Often linked to airway obstruction, inflammation, or fluid. </a:t>
            </a:r>
          </a:p>
          <a:p>
            <a:r>
              <a:rPr lang="en-US"/>
              <a:t>Automated detection improves screening accuracy and consistency.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B8F9BB19-7358-A8B9-5178-3172ED78E0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1725259"/>
              </p:ext>
            </p:extLst>
          </p:nvPr>
        </p:nvGraphicFramePr>
        <p:xfrm>
          <a:off x="473075" y="3976907"/>
          <a:ext cx="10922696" cy="2595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050">
                  <a:extLst>
                    <a:ext uri="{9D8B030D-6E8A-4147-A177-3AD203B41FA5}">
                      <a16:colId xmlns:a16="http://schemas.microsoft.com/office/drawing/2014/main" val="605301397"/>
                    </a:ext>
                  </a:extLst>
                </a:gridCol>
                <a:gridCol w="3974224">
                  <a:extLst>
                    <a:ext uri="{9D8B030D-6E8A-4147-A177-3AD203B41FA5}">
                      <a16:colId xmlns:a16="http://schemas.microsoft.com/office/drawing/2014/main" val="817776204"/>
                    </a:ext>
                  </a:extLst>
                </a:gridCol>
                <a:gridCol w="2069748">
                  <a:extLst>
                    <a:ext uri="{9D8B030D-6E8A-4147-A177-3AD203B41FA5}">
                      <a16:colId xmlns:a16="http://schemas.microsoft.com/office/drawing/2014/main" val="231857279"/>
                    </a:ext>
                  </a:extLst>
                </a:gridCol>
                <a:gridCol w="2730674">
                  <a:extLst>
                    <a:ext uri="{9D8B030D-6E8A-4147-A177-3AD203B41FA5}">
                      <a16:colId xmlns:a16="http://schemas.microsoft.com/office/drawing/2014/main" val="2379587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Sound Types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Key Features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Frequency (Hz)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Duration (</a:t>
                      </a:r>
                      <a:r>
                        <a:rPr lang="en-US" err="1"/>
                        <a:t>ms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22454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Vesicular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Normal low-pass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100-1000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05182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Pleural Rub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Rhythmic, coarse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6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Crackles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Abrupt, non-musical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~350-650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10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Rhonchi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Low-pitched, wheeze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~150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338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Wheezes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Musical, continuous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100-5000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9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Bronchial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 respiratory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4853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8CABB0-0FF4-3412-CE11-016A68A71A87}"/>
              </a:ext>
            </a:extLst>
          </p:cNvPr>
          <p:cNvSpPr txBox="1"/>
          <p:nvPr/>
        </p:nvSpPr>
        <p:spPr>
          <a:xfrm>
            <a:off x="475436" y="3635894"/>
            <a:ext cx="109219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Table 1. Current lung sound definitions and characteristics. </a:t>
            </a:r>
          </a:p>
        </p:txBody>
      </p:sp>
      <p:pic>
        <p:nvPicPr>
          <p:cNvPr id="10" name="Picture 9" descr="Lungs PNG transparent image download, size: 500x475px">
            <a:extLst>
              <a:ext uri="{FF2B5EF4-FFF2-40B4-BE49-F238E27FC236}">
                <a16:creationId xmlns:a16="http://schemas.microsoft.com/office/drawing/2014/main" id="{B8E5ED7C-47F4-5FAE-8D1D-295FB97D2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5847" y="549428"/>
            <a:ext cx="1882667" cy="178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33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E3E0-24C9-FA03-281F-D5386D60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are they currently diagnosed?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6AD74-0CAB-75F0-F7C4-A781853F8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76119"/>
            <a:ext cx="10909768" cy="463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Currently requires trained professional (physician) to manually listen to lung sounds, typically using a stethoscope</a:t>
            </a:r>
          </a:p>
          <a:p>
            <a:r>
              <a:rPr lang="en-US"/>
              <a:t>Typically performed using a stethoscope during physical exams. </a:t>
            </a:r>
          </a:p>
          <a:p>
            <a:r>
              <a:rPr lang="en-US"/>
              <a:t>Purely qualitative diagnosis process.</a:t>
            </a:r>
          </a:p>
          <a:p>
            <a:r>
              <a:rPr lang="en-US"/>
              <a:t>Subtle adventitious sounds can be missed or misclassified. </a:t>
            </a:r>
          </a:p>
        </p:txBody>
      </p:sp>
      <p:pic>
        <p:nvPicPr>
          <p:cNvPr id="4" name="Picture 3" descr="Stethoscope clipart Images - Free Download on Freepik">
            <a:extLst>
              <a:ext uri="{FF2B5EF4-FFF2-40B4-BE49-F238E27FC236}">
                <a16:creationId xmlns:a16="http://schemas.microsoft.com/office/drawing/2014/main" id="{74AD4C0E-57C4-8F34-5AEE-BE792F6AF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538" y="2490647"/>
            <a:ext cx="3406665" cy="427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87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5645-DC0C-7D24-0D68-A3EDDACA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89450-B30D-5160-3772-225F13528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Three part VI: </a:t>
            </a:r>
          </a:p>
          <a:p>
            <a:pPr marL="457200" indent="-457200">
              <a:buAutoNum type="arabicPeriod"/>
            </a:pPr>
            <a:r>
              <a:rPr lang="en-US"/>
              <a:t>Lab 07</a:t>
            </a:r>
          </a:p>
          <a:p>
            <a:pPr marL="457200" indent="-457200">
              <a:buAutoNum type="arabicPeriod"/>
            </a:pPr>
            <a:r>
              <a:rPr lang="en-US"/>
              <a:t>Waveform envelope truncation</a:t>
            </a:r>
          </a:p>
          <a:p>
            <a:pPr marL="457200" indent="-457200">
              <a:buAutoNum type="arabicPeriod"/>
            </a:pPr>
            <a:r>
              <a:rPr lang="en-US"/>
              <a:t>Frequency analysis</a:t>
            </a:r>
          </a:p>
          <a:p>
            <a:pPr marL="457200" indent="-457200">
              <a:buAutoNum type="arabicPeriod"/>
            </a:pPr>
            <a:endParaRPr lang="en-US"/>
          </a:p>
          <a:p>
            <a:pPr marL="0" indent="0">
              <a:buNone/>
            </a:pPr>
            <a:r>
              <a:rPr lang="en-US"/>
              <a:t>Allows us to find differences in abundance of specific frequencies we can associate with adventitious sounds</a:t>
            </a:r>
          </a:p>
        </p:txBody>
      </p:sp>
      <p:pic>
        <p:nvPicPr>
          <p:cNvPr id="5" name="Picture 4" descr="A screenshot of a computer diagram&#10;&#10;AI-generated content may be incorrect.">
            <a:extLst>
              <a:ext uri="{FF2B5EF4-FFF2-40B4-BE49-F238E27FC236}">
                <a16:creationId xmlns:a16="http://schemas.microsoft.com/office/drawing/2014/main" id="{AC4F27D8-F616-F0FB-8FCF-787E03B3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932" y="778927"/>
            <a:ext cx="6720053" cy="2817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DF576E-9961-C043-1977-2F4A4E39B785}"/>
              </a:ext>
            </a:extLst>
          </p:cNvPr>
          <p:cNvSpPr txBox="1"/>
          <p:nvPr/>
        </p:nvSpPr>
        <p:spPr>
          <a:xfrm>
            <a:off x="5209190" y="650326"/>
            <a:ext cx="14648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FF0000"/>
                </a:solidFill>
              </a:rPr>
              <a:t>Part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D8FD6-5163-3248-3582-BE2FA5311043}"/>
              </a:ext>
            </a:extLst>
          </p:cNvPr>
          <p:cNvSpPr txBox="1"/>
          <p:nvPr/>
        </p:nvSpPr>
        <p:spPr>
          <a:xfrm>
            <a:off x="7094482" y="650326"/>
            <a:ext cx="14648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FF0000"/>
                </a:solidFill>
              </a:rPr>
              <a:t>Part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5EA03-F865-F9C0-82BD-52A07EB6B95B}"/>
              </a:ext>
            </a:extLst>
          </p:cNvPr>
          <p:cNvSpPr txBox="1"/>
          <p:nvPr/>
        </p:nvSpPr>
        <p:spPr>
          <a:xfrm>
            <a:off x="8500241" y="650326"/>
            <a:ext cx="14648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FF0000"/>
                </a:solidFill>
              </a:rPr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1832331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56B6-80B1-CA58-A504-E3A36DCA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5694228" cy="1164008"/>
          </a:xfrm>
        </p:spPr>
        <p:txBody>
          <a:bodyPr/>
          <a:lstStyle/>
          <a:p>
            <a:r>
              <a:rPr lang="en-US"/>
              <a:t>Part 1: Lab 07</a:t>
            </a:r>
          </a:p>
        </p:txBody>
      </p:sp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6DB95AE9-DD16-0284-3CB2-CF99BCFFF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087" t="-70" b="-143"/>
          <a:stretch>
            <a:fillRect/>
          </a:stretch>
        </p:blipFill>
        <p:spPr>
          <a:xfrm>
            <a:off x="205370" y="1566830"/>
            <a:ext cx="5240807" cy="46186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E1C8D8-3957-0700-2DFD-83F21D57328E}"/>
              </a:ext>
            </a:extLst>
          </p:cNvPr>
          <p:cNvSpPr txBox="1"/>
          <p:nvPr/>
        </p:nvSpPr>
        <p:spPr>
          <a:xfrm>
            <a:off x="5764267" y="1568231"/>
            <a:ext cx="581353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u="sng"/>
              <a:t>Review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Lung Sound Sim: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Sub VI that loads a .wav file and outputs the raw waveform segment for signal analysis.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Envelope Waveform Graph: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Focuses on amplitude changes in the raw waveform segment. 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Applies a filter to smooth the envelope to better see "events" of "bursts".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Visualize breath cycles and detect abnormal events in the signal. </a:t>
            </a:r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8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826D8-2DBF-8FD0-510B-4FB47841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812074" cy="1150546"/>
          </a:xfrm>
        </p:spPr>
        <p:txBody>
          <a:bodyPr/>
          <a:lstStyle/>
          <a:p>
            <a:r>
              <a:rPr lang="en-US"/>
              <a:t>Part 2: Pulling Inhalation and Exhalation Events 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868501-C2A5-10AB-78F6-7D682593E52E}"/>
              </a:ext>
            </a:extLst>
          </p:cNvPr>
          <p:cNvCxnSpPr/>
          <p:nvPr/>
        </p:nvCxnSpPr>
        <p:spPr>
          <a:xfrm flipV="1">
            <a:off x="5765817" y="5791845"/>
            <a:ext cx="5112761" cy="9048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2D57301-8C58-E9C5-B6E9-2E41460BC6DB}"/>
              </a:ext>
            </a:extLst>
          </p:cNvPr>
          <p:cNvSpPr txBox="1"/>
          <p:nvPr/>
        </p:nvSpPr>
        <p:spPr>
          <a:xfrm>
            <a:off x="769170" y="1373101"/>
            <a:ext cx="10656740" cy="41088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Raw lung audio contains long stretches of baseline noise not relevant to breathing.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Truncating specific events focuses the detector on inhalation and exhalation activity. 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Helps reduce noise and prevents false detection.</a:t>
            </a:r>
          </a:p>
          <a:p>
            <a:pPr>
              <a:lnSpc>
                <a:spcPct val="150000"/>
              </a:lnSpc>
            </a:pPr>
            <a:r>
              <a:rPr lang="en-US" b="1"/>
              <a:t>Thresholding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A horizontal threshold represents the minimum amplitude for breathing events. 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When the envelope rises above the threshold </a:t>
            </a:r>
            <a:r>
              <a:rPr lang="en-US">
                <a:ea typeface="+mn-lt"/>
                <a:cs typeface="+mn-lt"/>
              </a:rPr>
              <a:t>→ start of an event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When the envelope falls below the threshold </a:t>
            </a:r>
            <a:r>
              <a:rPr lang="en-US">
                <a:ea typeface="+mn-lt"/>
                <a:cs typeface="+mn-lt"/>
              </a:rPr>
              <a:t>→ end of an event</a:t>
            </a:r>
            <a:endParaRPr lang="en-US" err="1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endParaRPr lang="en-US" i="1"/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480F30FF-BBC5-C128-2A04-985C3BA6F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730" b="2076"/>
          <a:stretch>
            <a:fillRect/>
          </a:stretch>
        </p:blipFill>
        <p:spPr>
          <a:xfrm>
            <a:off x="480109" y="4305987"/>
            <a:ext cx="10581862" cy="249526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F4CB3A-58F4-24DB-8645-3E0281AAFCA6}"/>
              </a:ext>
            </a:extLst>
          </p:cNvPr>
          <p:cNvCxnSpPr/>
          <p:nvPr/>
        </p:nvCxnSpPr>
        <p:spPr>
          <a:xfrm>
            <a:off x="6057822" y="5893754"/>
            <a:ext cx="5215759" cy="6567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B00EEC-47A4-C397-85A8-011A3D662655}"/>
              </a:ext>
            </a:extLst>
          </p:cNvPr>
          <p:cNvSpPr txBox="1"/>
          <p:nvPr/>
        </p:nvSpPr>
        <p:spPr>
          <a:xfrm>
            <a:off x="11060071" y="5489955"/>
            <a:ext cx="112267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rgbClr val="FF0000"/>
                </a:solidFill>
              </a:rPr>
              <a:t>Threshold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EF355A-FBEE-C0B4-57B8-AEF216C320C6}"/>
              </a:ext>
            </a:extLst>
          </p:cNvPr>
          <p:cNvCxnSpPr/>
          <p:nvPr/>
        </p:nvCxnSpPr>
        <p:spPr>
          <a:xfrm flipV="1">
            <a:off x="6582102" y="5336549"/>
            <a:ext cx="26276" cy="3941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B62202-4F03-9E91-0DA9-37FD6450AA3F}"/>
              </a:ext>
            </a:extLst>
          </p:cNvPr>
          <p:cNvCxnSpPr>
            <a:cxnSpLocks/>
          </p:cNvCxnSpPr>
          <p:nvPr/>
        </p:nvCxnSpPr>
        <p:spPr>
          <a:xfrm>
            <a:off x="6976238" y="4972706"/>
            <a:ext cx="39414" cy="5517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97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66A64-47FE-DC0F-96ED-C450991D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85EF-53EE-6089-78EE-400BF20A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2: Formula Node </a:t>
            </a:r>
          </a:p>
        </p:txBody>
      </p:sp>
      <p:pic>
        <p:nvPicPr>
          <p:cNvPr id="15" name="Picture 1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1D439A7-89AE-9B86-DE95-1AEE8D3F4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131" y="345111"/>
            <a:ext cx="5267527" cy="51864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C1586A-F46B-1E30-0784-66E3980B416C}"/>
              </a:ext>
            </a:extLst>
          </p:cNvPr>
          <p:cNvSpPr txBox="1"/>
          <p:nvPr/>
        </p:nvSpPr>
        <p:spPr>
          <a:xfrm>
            <a:off x="611360" y="1347752"/>
            <a:ext cx="589339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Determines start and end times for events within the envelope.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/>
              <a:t>Finds the total duration of "burst" events.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Input: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Time step (dt)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Waveform sample length (L)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Envelope waveform amplitude (env)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Threshold (T) = mean of waveform x 0.4</a:t>
            </a:r>
          </a:p>
          <a:p>
            <a:pPr lvl="1"/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Output: 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Start time array (</a:t>
            </a:r>
            <a:r>
              <a:rPr lang="en-US" err="1"/>
              <a:t>arrTimeA</a:t>
            </a:r>
            <a:r>
              <a:rPr lang="en-US"/>
              <a:t>)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End time array (</a:t>
            </a:r>
            <a:r>
              <a:rPr lang="en-US" err="1"/>
              <a:t>arrTimeB</a:t>
            </a:r>
            <a:r>
              <a:rPr lang="en-US"/>
              <a:t>)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Sample index (</a:t>
            </a:r>
            <a:r>
              <a:rPr lang="en-US" err="1"/>
              <a:t>aIndex</a:t>
            </a:r>
            <a:r>
              <a:rPr lang="en-US"/>
              <a:t> and </a:t>
            </a:r>
            <a:r>
              <a:rPr lang="en-US" err="1"/>
              <a:t>bIndex</a:t>
            </a:r>
            <a:r>
              <a:rPr lang="en-US"/>
              <a:t>)</a:t>
            </a:r>
          </a:p>
          <a:p>
            <a:pPr marL="742950" lvl="1" indent="-285750">
              <a:buFont typeface="Courier New"/>
              <a:buChar char="o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pic>
        <p:nvPicPr>
          <p:cNvPr id="7" name="Picture 6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75FB1B24-CDAF-C38E-1311-BE44E8013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462" y="4905936"/>
            <a:ext cx="5140699" cy="16629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394B9F-66EA-DF18-508F-01E67240F13D}"/>
              </a:ext>
            </a:extLst>
          </p:cNvPr>
          <p:cNvSpPr txBox="1"/>
          <p:nvPr/>
        </p:nvSpPr>
        <p:spPr>
          <a:xfrm>
            <a:off x="7285031" y="2474388"/>
            <a:ext cx="2987510" cy="923330"/>
          </a:xfrm>
          <a:prstGeom prst="rect">
            <a:avLst/>
          </a:prstGeom>
          <a:solidFill>
            <a:srgbClr val="FFFF00">
              <a:alpha val="28000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 </a:t>
            </a:r>
          </a:p>
          <a:p>
            <a:r>
              <a:rPr lang="en-US"/>
              <a:t> 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048AC-839D-CA30-E2DB-47104619DB11}"/>
              </a:ext>
            </a:extLst>
          </p:cNvPr>
          <p:cNvSpPr txBox="1"/>
          <p:nvPr/>
        </p:nvSpPr>
        <p:spPr>
          <a:xfrm>
            <a:off x="7285031" y="3431460"/>
            <a:ext cx="2987510" cy="923330"/>
          </a:xfrm>
          <a:prstGeom prst="rect">
            <a:avLst/>
          </a:prstGeom>
          <a:solidFill>
            <a:srgbClr val="FFFF00">
              <a:alpha val="28000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 </a:t>
            </a:r>
          </a:p>
          <a:p>
            <a:r>
              <a:rPr lang="en-US"/>
              <a:t> 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0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5385-50A6-AD9F-2999-70067200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3: For Loop Analysis of each "Burst"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2E144-60B5-BDEF-3F0A-4566FFCF4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17" y="1683992"/>
            <a:ext cx="3616255" cy="46253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 Segments the raw sound waveform based off the starting time and burst's duration (</a:t>
            </a:r>
            <a:r>
              <a:rPr lang="en-US" i="1"/>
              <a:t>Get Waveform Subset VI</a:t>
            </a:r>
            <a:r>
              <a:rPr lang="en-US"/>
              <a:t>).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Number of bursts (N)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Sample index (i)</a:t>
            </a:r>
          </a:p>
          <a:p>
            <a:r>
              <a:rPr lang="en-US"/>
              <a:t>Can do an analysis for each burst.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0CF4C20F-041F-BE38-B1A3-595F04B17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317" y="1684420"/>
            <a:ext cx="7292205" cy="442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75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AC041-E8D4-DA04-3529-40CB1A37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9568-0B66-00ED-37ED-F9B14A94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70842"/>
            <a:ext cx="10653578" cy="1132258"/>
          </a:xfrm>
        </p:spPr>
        <p:txBody>
          <a:bodyPr/>
          <a:lstStyle/>
          <a:p>
            <a:r>
              <a:rPr lang="en-US"/>
              <a:t>Part 3: Power Spectrum Analysis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88F2D-31CE-081A-CF11-15289164F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664" y="878263"/>
            <a:ext cx="10653579" cy="47088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High Pass Filter</a:t>
            </a:r>
          </a:p>
          <a:p>
            <a:r>
              <a:rPr lang="en-US"/>
              <a:t>Fourier Transform and Power Spectrum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DC2017-8267-5A57-6ED6-0E6D15472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618" y="1017294"/>
            <a:ext cx="4215981" cy="386948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BAAAD5-10FD-3DE6-A3F0-C179E1C19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16" y="1912955"/>
            <a:ext cx="4807969" cy="404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93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2EDE-246A-6218-18FF-CF6AFB1D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 </a:t>
            </a:r>
          </a:p>
        </p:txBody>
      </p:sp>
      <p:pic>
        <p:nvPicPr>
          <p:cNvPr id="4" name="Content Placeholder 3" descr="A screen shot of a graph&#10;&#10;AI-generated content may be incorrect.">
            <a:extLst>
              <a:ext uri="{FF2B5EF4-FFF2-40B4-BE49-F238E27FC236}">
                <a16:creationId xmlns:a16="http://schemas.microsoft.com/office/drawing/2014/main" id="{429B85DF-BC5F-95D4-0A93-3F4F5BC18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8950" y="729801"/>
            <a:ext cx="5267325" cy="36099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291DC1-5FC1-2D6A-FEDF-10A49EE00903}"/>
              </a:ext>
            </a:extLst>
          </p:cNvPr>
          <p:cNvSpPr txBox="1"/>
          <p:nvPr/>
        </p:nvSpPr>
        <p:spPr>
          <a:xfrm>
            <a:off x="564444" y="1566333"/>
            <a:ext cx="505883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Subtracted weighted frequencies 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Allows us to identify frequencies present in one case compared to another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Allows us to eliminate redundant frequencies present in healthy and diseased lung sounds</a:t>
            </a:r>
          </a:p>
        </p:txBody>
      </p:sp>
    </p:spTree>
    <p:extLst>
      <p:ext uri="{BB962C8B-B14F-4D97-AF65-F5344CB8AC3E}">
        <p14:creationId xmlns:p14="http://schemas.microsoft.com/office/powerpoint/2010/main" val="388899628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VanillaVTI</vt:lpstr>
      <vt:lpstr>Detection of Adventitious Lung Sounds </vt:lpstr>
      <vt:lpstr>What are adventitious sounds?</vt:lpstr>
      <vt:lpstr>How are they currently diagnosed?</vt:lpstr>
      <vt:lpstr>Our solution</vt:lpstr>
      <vt:lpstr>Part 1: Lab 07</vt:lpstr>
      <vt:lpstr>Part 2: Pulling Inhalation and Exhalation Events </vt:lpstr>
      <vt:lpstr>Part 2: Formula Node </vt:lpstr>
      <vt:lpstr>Part 3: For Loop Analysis of each "Burst"</vt:lpstr>
      <vt:lpstr>Part 3: Power Spectrum Analysis </vt:lpstr>
      <vt:lpstr>Results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2026-03-16T22:24:07Z</dcterms:created>
  <dcterms:modified xsi:type="dcterms:W3CDTF">2026-03-17T18:53:21Z</dcterms:modified>
</cp:coreProperties>
</file>